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28T06:46:55.957"/>
    </inkml:context>
    <inkml:brush xml:id="br0">
      <inkml:brushProperty name="width" value="0.3" units="cm"/>
      <inkml:brushProperty name="height" value="0.6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30,'38'-1,"63"-12,-62 6,58-1,521 9,-588-1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13156-44DF-4B92-9AD4-EBBFC79660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40A329-BE15-4DFF-A299-40484C3ECB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04C843-CD7E-4337-847C-28C67D4275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76D80-04CF-44F2-99DB-4EEAAB377D46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06D459-B8C0-46EF-8334-CD3B09CB6B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8CB54F-0848-469A-9094-A726BD57A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D5C6C-A0C9-407B-AAF6-C3B2C1B924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52563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72BCB2-9EC4-433D-817F-AB91C7A2DB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9DA19B-DBF8-4924-8200-0B87432319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368181-FD03-4B0B-9EEE-99BA1ABF98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76D80-04CF-44F2-99DB-4EEAAB377D46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71A69C-DF60-4CB9-A364-93D43A335F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36BC3C-909A-4BE1-BA89-B7B012131C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D5C6C-A0C9-407B-AAF6-C3B2C1B924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8349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4445E7-4082-4D4F-A96B-13443B8BA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AB8BEE-F030-4D55-A1F2-BB522FA130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86D005-F8CF-403B-8572-7328B8D75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76D80-04CF-44F2-99DB-4EEAAB377D46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A84164-4A51-4D9A-BD97-4C63461A68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48DB21-AA2E-4DC7-A0C5-7AC1C0085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D5C6C-A0C9-407B-AAF6-C3B2C1B924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66370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C493C0-F8A9-4126-AD17-BF00B2734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9AF538-5F25-46B4-9677-60C2E992B3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996492-B450-45E4-98A6-FF47873A0D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3DC658-79AE-47FD-A965-2F2AE0B92C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76D80-04CF-44F2-99DB-4EEAAB377D46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87F1D0-0E36-4D37-A9DC-CF280BB740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DD92AE-1A81-49AA-9106-0E830775BB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D5C6C-A0C9-407B-AAF6-C3B2C1B924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06661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28BAA2-BBB0-4CF7-A07D-A44894401A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150A6A-662A-4B0A-8F71-3C2246B7E0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0BAC8-B04A-407F-A19F-3C63F9A80F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E5E7FDF-B72B-4E40-9A06-1523DFC9D9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900469-23D7-4A14-8460-178F17CBF4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4C1CF5B-ED7B-4016-9A82-16F2F05CC1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76D80-04CF-44F2-99DB-4EEAAB377D46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4EFEF0C-6FEE-43BB-9453-C3D1139221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3E71C81-069A-4364-9AD8-84A7E18F7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D5C6C-A0C9-407B-AAF6-C3B2C1B924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45611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0326E-865F-48B9-95FD-A945F4EF43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A1B8CA6-5C71-4DB1-BEC7-6EA0B4E163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76D80-04CF-44F2-99DB-4EEAAB377D46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E05215-C70E-4271-BBE9-90D73C716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FE833D-3843-456E-BB9A-9414A3524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D5C6C-A0C9-407B-AAF6-C3B2C1B924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22550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0D56305-FF07-43FD-8AB9-8795527C09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76D80-04CF-44F2-99DB-4EEAAB377D46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FED574-FC7D-4665-8771-024C3B2D71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E3E368-01B8-4174-ABB9-33C29097C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D5C6C-A0C9-407B-AAF6-C3B2C1B924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24242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D3114-50FE-4A1B-8405-749FA75D5B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81F8CB-1365-413C-92EB-7E7724BB82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FA8AE4-6611-4050-84C3-0DFA2307B6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7A7AA6-7880-434A-877D-0DA2D00A8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76D80-04CF-44F2-99DB-4EEAAB377D46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3F9B74-B3BB-434F-87D1-782FF4806B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01BC9E-62FD-4C4D-ADBA-CF40A33F7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D5C6C-A0C9-407B-AAF6-C3B2C1B924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6118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31EB64-534B-4974-B386-70283A482D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86F5943-401F-4ADF-9752-C6618C1BC9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689F97-4922-41E1-856E-CC938B9081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B2F446-269E-42EB-846B-359E4C501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76D80-04CF-44F2-99DB-4EEAAB377D46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C09A98-D88D-4D3B-94D8-AE66E0A8E8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2C4E08-ACC0-4763-82D5-F1C09291E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D5C6C-A0C9-407B-AAF6-C3B2C1B924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22748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9B786-F597-46FB-A9C6-F7B245E8D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A34CB9-3BD7-4142-A024-14AD780F1A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0EE5E0-DAA8-47C8-AB53-976CB357FC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76D80-04CF-44F2-99DB-4EEAAB377D46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C02607-E2D0-41BA-8009-77CCC58152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8CA076-E1FD-4942-814E-8DD4EBF38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D5C6C-A0C9-407B-AAF6-C3B2C1B924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44003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5015EA8-1134-404B-930C-493B9A0CF3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C29052-839F-4F1C-A01E-B916450754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A7D4E8-2615-4A8D-B480-86651CC857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76D80-04CF-44F2-99DB-4EEAAB377D46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B96E89-29CB-4E58-8E4C-4803E6D8A2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AEEC23-B201-4161-9138-9928B2C11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D5C6C-A0C9-407B-AAF6-C3B2C1B924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94948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E3DB69-7114-4F38-A361-DDBF6E4A35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3754F8-01DB-4B22-976C-4BA08A3573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079B12-D227-497E-A3E8-B4AA40BA5A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A76D80-04CF-44F2-99DB-4EEAAB377D46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09908C-057B-41B5-9E3C-38462AA806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8E2EC7-20ED-48C3-BD81-4B2732B8A9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6D5C6C-A0C9-407B-AAF6-C3B2C1B924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20482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7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customXml" Target="../ink/ink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7635813-1758-454D-90C6-7AD3D71AAE9B}"/>
              </a:ext>
            </a:extLst>
          </p:cNvPr>
          <p:cNvSpPr txBox="1"/>
          <p:nvPr/>
        </p:nvSpPr>
        <p:spPr>
          <a:xfrm>
            <a:off x="0" y="2146345"/>
            <a:ext cx="12192000" cy="707886"/>
          </a:xfrm>
          <a:prstGeom prst="rect">
            <a:avLst/>
          </a:prstGeom>
          <a:solidFill>
            <a:srgbClr val="C0000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endParaRPr lang="en-US" altLang="ko-KR" sz="40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BD415E-6B9A-4BAB-961E-C336A9B40D83}"/>
              </a:ext>
            </a:extLst>
          </p:cNvPr>
          <p:cNvSpPr txBox="1"/>
          <p:nvPr/>
        </p:nvSpPr>
        <p:spPr>
          <a:xfrm>
            <a:off x="1169220" y="1104236"/>
            <a:ext cx="9853560" cy="101566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6000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DS CA-4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B0D47B3-12EA-4B0F-A5AF-85AEC0F855B2}"/>
              </a:ext>
            </a:extLst>
          </p:cNvPr>
          <p:cNvGrpSpPr/>
          <p:nvPr/>
        </p:nvGrpSpPr>
        <p:grpSpPr>
          <a:xfrm>
            <a:off x="4232" y="6382984"/>
            <a:ext cx="12192000" cy="476250"/>
            <a:chOff x="0" y="6381750"/>
            <a:chExt cx="12192000" cy="476250"/>
          </a:xfrm>
          <a:solidFill>
            <a:srgbClr val="C00000"/>
          </a:solidFill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1A0CC55A-1AAD-4BDC-8B6D-3539F38AE6FC}"/>
                </a:ext>
              </a:extLst>
            </p:cNvPr>
            <p:cNvSpPr/>
            <p:nvPr/>
          </p:nvSpPr>
          <p:spPr>
            <a:xfrm>
              <a:off x="0" y="6381750"/>
              <a:ext cx="12192000" cy="476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E937F9E2-D93F-4144-9E68-6898CE0736C2}"/>
                </a:ext>
              </a:extLst>
            </p:cNvPr>
            <p:cNvGrpSpPr/>
            <p:nvPr/>
          </p:nvGrpSpPr>
          <p:grpSpPr>
            <a:xfrm>
              <a:off x="160089" y="6467143"/>
              <a:ext cx="4087748" cy="273466"/>
              <a:chOff x="4366684" y="2926127"/>
              <a:chExt cx="3278335" cy="2571063"/>
            </a:xfrm>
            <a:grpFill/>
          </p:grpSpPr>
          <p:sp>
            <p:nvSpPr>
              <p:cNvPr id="9" name="Freeform: Shape 4">
                <a:extLst>
                  <a:ext uri="{FF2B5EF4-FFF2-40B4-BE49-F238E27FC236}">
                    <a16:creationId xmlns:a16="http://schemas.microsoft.com/office/drawing/2014/main" id="{F4BFD3C0-FB48-4FBC-A63F-B06CF18B49F1}"/>
                  </a:ext>
                </a:extLst>
              </p:cNvPr>
              <p:cNvSpPr/>
              <p:nvPr/>
            </p:nvSpPr>
            <p:spPr>
              <a:xfrm>
                <a:off x="4744501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3351 h 6387957"/>
                  <a:gd name="connsiteX1" fmla="*/ 0 w 192640"/>
                  <a:gd name="connsiteY1" fmla="*/ 0 h 6387957"/>
                  <a:gd name="connsiteX2" fmla="*/ 198034 w 192640"/>
                  <a:gd name="connsiteY2" fmla="*/ 0 h 6387957"/>
                  <a:gd name="connsiteX3" fmla="*/ 198034 w 19264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" name="Freeform: Shape 5">
                <a:extLst>
                  <a:ext uri="{FF2B5EF4-FFF2-40B4-BE49-F238E27FC236}">
                    <a16:creationId xmlns:a16="http://schemas.microsoft.com/office/drawing/2014/main" id="{0FAA6080-B314-40DD-B926-815CA1F94278}"/>
                  </a:ext>
                </a:extLst>
              </p:cNvPr>
              <p:cNvSpPr/>
              <p:nvPr/>
            </p:nvSpPr>
            <p:spPr>
              <a:xfrm>
                <a:off x="467662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" name="Freeform: Shape 6">
                <a:extLst>
                  <a:ext uri="{FF2B5EF4-FFF2-40B4-BE49-F238E27FC236}">
                    <a16:creationId xmlns:a16="http://schemas.microsoft.com/office/drawing/2014/main" id="{16EC0C29-4D72-468D-9A29-8426E4B68CBE}"/>
                  </a:ext>
                </a:extLst>
              </p:cNvPr>
              <p:cNvSpPr/>
              <p:nvPr/>
            </p:nvSpPr>
            <p:spPr>
              <a:xfrm>
                <a:off x="5706626" y="2927282"/>
                <a:ext cx="109764" cy="2394576"/>
              </a:xfrm>
              <a:custGeom>
                <a:avLst/>
                <a:gdLst>
                  <a:gd name="connsiteX0" fmla="*/ 0 w 292813"/>
                  <a:gd name="connsiteY0" fmla="*/ 639258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97091" y="0"/>
                      <a:pt x="194952" y="0"/>
                      <a:pt x="295125" y="0"/>
                    </a:cubicBezTo>
                    <a:cubicBezTo>
                      <a:pt x="295125" y="2130603"/>
                      <a:pt x="295125" y="4259666"/>
                      <a:pt x="29512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2" name="Freeform: Shape 7">
                <a:extLst>
                  <a:ext uri="{FF2B5EF4-FFF2-40B4-BE49-F238E27FC236}">
                    <a16:creationId xmlns:a16="http://schemas.microsoft.com/office/drawing/2014/main" id="{D9777626-38A7-48D3-96ED-72CB7B645A7F}"/>
                  </a:ext>
                </a:extLst>
              </p:cNvPr>
              <p:cNvSpPr/>
              <p:nvPr/>
            </p:nvSpPr>
            <p:spPr>
              <a:xfrm>
                <a:off x="5022376" y="2926994"/>
                <a:ext cx="75101" cy="2394576"/>
              </a:xfrm>
              <a:custGeom>
                <a:avLst/>
                <a:gdLst>
                  <a:gd name="connsiteX0" fmla="*/ 0 w 200346"/>
                  <a:gd name="connsiteY0" fmla="*/ 6392581 h 6387957"/>
                  <a:gd name="connsiteX1" fmla="*/ 0 w 200346"/>
                  <a:gd name="connsiteY1" fmla="*/ 0 h 6387957"/>
                  <a:gd name="connsiteX2" fmla="*/ 201117 w 200346"/>
                  <a:gd name="connsiteY2" fmla="*/ 0 h 6387957"/>
                  <a:gd name="connsiteX3" fmla="*/ 201117 w 200346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0346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3307" y="0"/>
                      <a:pt x="201117" y="0"/>
                    </a:cubicBezTo>
                    <a:cubicBezTo>
                      <a:pt x="201117" y="2131374"/>
                      <a:pt x="201117" y="4260437"/>
                      <a:pt x="201117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3" name="Freeform: Shape 8">
                <a:extLst>
                  <a:ext uri="{FF2B5EF4-FFF2-40B4-BE49-F238E27FC236}">
                    <a16:creationId xmlns:a16="http://schemas.microsoft.com/office/drawing/2014/main" id="{9257CA6F-0BFE-4DD6-9749-3E90EF8F8AF9}"/>
                  </a:ext>
                </a:extLst>
              </p:cNvPr>
              <p:cNvSpPr/>
              <p:nvPr/>
            </p:nvSpPr>
            <p:spPr>
              <a:xfrm>
                <a:off x="4877829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6043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4" name="Freeform: Shape 9">
                <a:extLst>
                  <a:ext uri="{FF2B5EF4-FFF2-40B4-BE49-F238E27FC236}">
                    <a16:creationId xmlns:a16="http://schemas.microsoft.com/office/drawing/2014/main" id="{1F83597B-E2DD-4C9C-B540-F3935C6DFEA2}"/>
                  </a:ext>
                </a:extLst>
              </p:cNvPr>
              <p:cNvSpPr/>
              <p:nvPr/>
            </p:nvSpPr>
            <p:spPr>
              <a:xfrm>
                <a:off x="4559765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3351 h 6387957"/>
                  <a:gd name="connsiteX1" fmla="*/ 0 w 192640"/>
                  <a:gd name="connsiteY1" fmla="*/ 0 h 6387957"/>
                  <a:gd name="connsiteX2" fmla="*/ 198034 w 192640"/>
                  <a:gd name="connsiteY2" fmla="*/ 0 h 6387957"/>
                  <a:gd name="connsiteX3" fmla="*/ 198034 w 19264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5" name="Freeform: Shape 10">
                <a:extLst>
                  <a:ext uri="{FF2B5EF4-FFF2-40B4-BE49-F238E27FC236}">
                    <a16:creationId xmlns:a16="http://schemas.microsoft.com/office/drawing/2014/main" id="{09DFC3E6-9F5F-4FA6-BC5D-4E7EBBD35010}"/>
                  </a:ext>
                </a:extLst>
              </p:cNvPr>
              <p:cNvSpPr/>
              <p:nvPr/>
            </p:nvSpPr>
            <p:spPr>
              <a:xfrm>
                <a:off x="4433987" y="2926705"/>
                <a:ext cx="37550" cy="2567886"/>
              </a:xfrm>
              <a:custGeom>
                <a:avLst/>
                <a:gdLst>
                  <a:gd name="connsiteX0" fmla="*/ 0 w 100173"/>
                  <a:gd name="connsiteY0" fmla="*/ 685491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4716"/>
                      <a:pt x="103255" y="456789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6" name="Freeform: Shape 11">
                <a:extLst>
                  <a:ext uri="{FF2B5EF4-FFF2-40B4-BE49-F238E27FC236}">
                    <a16:creationId xmlns:a16="http://schemas.microsoft.com/office/drawing/2014/main" id="{E1EEB39C-2852-4D4D-8EDF-DF332C859087}"/>
                  </a:ext>
                </a:extLst>
              </p:cNvPr>
              <p:cNvSpPr/>
              <p:nvPr/>
            </p:nvSpPr>
            <p:spPr>
              <a:xfrm>
                <a:off x="4366684" y="2927282"/>
                <a:ext cx="37550" cy="2567886"/>
              </a:xfrm>
              <a:custGeom>
                <a:avLst/>
                <a:gdLst>
                  <a:gd name="connsiteX0" fmla="*/ 0 w 100173"/>
                  <a:gd name="connsiteY0" fmla="*/ 685414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148"/>
                    </a:moveTo>
                    <a:cubicBezTo>
                      <a:pt x="0" y="4569432"/>
                      <a:pt x="0" y="2286257"/>
                      <a:pt x="0" y="0"/>
                    </a:cubicBezTo>
                    <a:cubicBezTo>
                      <a:pt x="33905" y="0"/>
                      <a:pt x="67809" y="0"/>
                      <a:pt x="103255" y="0"/>
                    </a:cubicBezTo>
                    <a:cubicBezTo>
                      <a:pt x="103255" y="2285486"/>
                      <a:pt x="103255" y="456866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7" name="Freeform: Shape 12">
                <a:extLst>
                  <a:ext uri="{FF2B5EF4-FFF2-40B4-BE49-F238E27FC236}">
                    <a16:creationId xmlns:a16="http://schemas.microsoft.com/office/drawing/2014/main" id="{4CD5DCBB-C782-41CE-8E76-7866102839DB}"/>
                  </a:ext>
                </a:extLst>
              </p:cNvPr>
              <p:cNvSpPr/>
              <p:nvPr/>
            </p:nvSpPr>
            <p:spPr>
              <a:xfrm>
                <a:off x="5957386" y="2926705"/>
                <a:ext cx="37550" cy="2567886"/>
              </a:xfrm>
              <a:custGeom>
                <a:avLst/>
                <a:gdLst>
                  <a:gd name="connsiteX0" fmla="*/ 0 w 100173"/>
                  <a:gd name="connsiteY0" fmla="*/ 685491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3945"/>
                      <a:pt x="103255" y="456789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8" name="Freeform: Shape 13">
                <a:extLst>
                  <a:ext uri="{FF2B5EF4-FFF2-40B4-BE49-F238E27FC236}">
                    <a16:creationId xmlns:a16="http://schemas.microsoft.com/office/drawing/2014/main" id="{239DBB70-DF74-443A-BB91-FA7D311610C0}"/>
                  </a:ext>
                </a:extLst>
              </p:cNvPr>
              <p:cNvSpPr/>
              <p:nvPr/>
            </p:nvSpPr>
            <p:spPr>
              <a:xfrm>
                <a:off x="6024689" y="2926127"/>
                <a:ext cx="37550" cy="2567886"/>
              </a:xfrm>
              <a:custGeom>
                <a:avLst/>
                <a:gdLst>
                  <a:gd name="connsiteX0" fmla="*/ 0 w 100173"/>
                  <a:gd name="connsiteY0" fmla="*/ 6857230 h 6850294"/>
                  <a:gd name="connsiteX1" fmla="*/ 0 w 100173"/>
                  <a:gd name="connsiteY1" fmla="*/ 0 h 6850294"/>
                  <a:gd name="connsiteX2" fmla="*/ 52398 w 100173"/>
                  <a:gd name="connsiteY2" fmla="*/ 0 h 6850294"/>
                  <a:gd name="connsiteX3" fmla="*/ 103255 w 100173"/>
                  <a:gd name="connsiteY3" fmla="*/ 0 h 6850294"/>
                  <a:gd name="connsiteX4" fmla="*/ 103255 w 100173"/>
                  <a:gd name="connsiteY4" fmla="*/ 6857230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173" h="6850294">
                    <a:moveTo>
                      <a:pt x="0" y="6857230"/>
                    </a:moveTo>
                    <a:cubicBezTo>
                      <a:pt x="0" y="4572514"/>
                      <a:pt x="0" y="2288569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287798"/>
                      <a:pt x="103255" y="4571743"/>
                      <a:pt x="103255" y="6857230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9" name="Freeform: Shape 14">
                <a:extLst>
                  <a:ext uri="{FF2B5EF4-FFF2-40B4-BE49-F238E27FC236}">
                    <a16:creationId xmlns:a16="http://schemas.microsoft.com/office/drawing/2014/main" id="{39FCE37E-3685-4197-8B10-76DA2248E6DA}"/>
                  </a:ext>
                </a:extLst>
              </p:cNvPr>
              <p:cNvSpPr/>
              <p:nvPr/>
            </p:nvSpPr>
            <p:spPr>
              <a:xfrm>
                <a:off x="5890084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1714 w 100173"/>
                  <a:gd name="connsiteY2" fmla="*/ 0 h 6387957"/>
                  <a:gd name="connsiteX3" fmla="*/ 101714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33904" y="0"/>
                      <a:pt x="67039" y="0"/>
                      <a:pt x="101714" y="0"/>
                    </a:cubicBezTo>
                    <a:cubicBezTo>
                      <a:pt x="101714" y="2130603"/>
                      <a:pt x="101714" y="4260437"/>
                      <a:pt x="101714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20" name="Freeform: Shape 15">
                <a:extLst>
                  <a:ext uri="{FF2B5EF4-FFF2-40B4-BE49-F238E27FC236}">
                    <a16:creationId xmlns:a16="http://schemas.microsoft.com/office/drawing/2014/main" id="{F2AC9101-6079-4AFB-9698-D3049E409503}"/>
                  </a:ext>
                </a:extLst>
              </p:cNvPr>
              <p:cNvSpPr/>
              <p:nvPr/>
            </p:nvSpPr>
            <p:spPr>
              <a:xfrm>
                <a:off x="609199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335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3351"/>
                    </a:moveTo>
                    <a:cubicBezTo>
                      <a:pt x="0" y="4261978"/>
                      <a:pt x="0" y="213291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1374"/>
                      <a:pt x="103255" y="4261207"/>
                      <a:pt x="10325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21" name="Freeform: Shape 16">
                <a:extLst>
                  <a:ext uri="{FF2B5EF4-FFF2-40B4-BE49-F238E27FC236}">
                    <a16:creationId xmlns:a16="http://schemas.microsoft.com/office/drawing/2014/main" id="{F86A8D42-AC5A-46AF-8EAD-B993EFFEDAAA}"/>
                  </a:ext>
                </a:extLst>
              </p:cNvPr>
              <p:cNvSpPr/>
              <p:nvPr/>
            </p:nvSpPr>
            <p:spPr>
              <a:xfrm>
                <a:off x="7139759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22" name="Freeform: Shape 17">
                <a:extLst>
                  <a:ext uri="{FF2B5EF4-FFF2-40B4-BE49-F238E27FC236}">
                    <a16:creationId xmlns:a16="http://schemas.microsoft.com/office/drawing/2014/main" id="{5BD59A92-C233-4346-AEF4-21351B5E1CAE}"/>
                  </a:ext>
                </a:extLst>
              </p:cNvPr>
              <p:cNvSpPr/>
              <p:nvPr/>
            </p:nvSpPr>
            <p:spPr>
              <a:xfrm>
                <a:off x="7280788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23" name="Freeform: Shape 18">
                <a:extLst>
                  <a:ext uri="{FF2B5EF4-FFF2-40B4-BE49-F238E27FC236}">
                    <a16:creationId xmlns:a16="http://schemas.microsoft.com/office/drawing/2014/main" id="{7B99145B-1E3D-4D6E-866E-8DFC3FF73176}"/>
                  </a:ext>
                </a:extLst>
              </p:cNvPr>
              <p:cNvSpPr/>
              <p:nvPr/>
            </p:nvSpPr>
            <p:spPr>
              <a:xfrm>
                <a:off x="7349773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99402" y="0"/>
                      <a:pt x="195722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24" name="Freeform: Shape 19">
                <a:extLst>
                  <a:ext uri="{FF2B5EF4-FFF2-40B4-BE49-F238E27FC236}">
                    <a16:creationId xmlns:a16="http://schemas.microsoft.com/office/drawing/2014/main" id="{0FA67BCF-0853-4475-B079-4FA7F1427E52}"/>
                  </a:ext>
                </a:extLst>
              </p:cNvPr>
              <p:cNvSpPr/>
              <p:nvPr/>
            </p:nvSpPr>
            <p:spPr>
              <a:xfrm>
                <a:off x="7548511" y="2927282"/>
                <a:ext cx="41911" cy="2569908"/>
              </a:xfrm>
              <a:custGeom>
                <a:avLst/>
                <a:gdLst>
                  <a:gd name="connsiteX0" fmla="*/ 0 w 115584"/>
                  <a:gd name="connsiteY0" fmla="*/ 6753975 h 6850294"/>
                  <a:gd name="connsiteX1" fmla="*/ 13099 w 115584"/>
                  <a:gd name="connsiteY1" fmla="*/ 0 h 6850294"/>
                  <a:gd name="connsiteX2" fmla="*/ 118666 w 115584"/>
                  <a:gd name="connsiteY2" fmla="*/ 0 h 6850294"/>
                  <a:gd name="connsiteX3" fmla="*/ 118666 w 115584"/>
                  <a:gd name="connsiteY3" fmla="*/ 6855688 h 6850294"/>
                  <a:gd name="connsiteX0" fmla="*/ 0 w 111805"/>
                  <a:gd name="connsiteY0" fmla="*/ 6836322 h 6855688"/>
                  <a:gd name="connsiteX1" fmla="*/ 6237 w 111805"/>
                  <a:gd name="connsiteY1" fmla="*/ 0 h 6855688"/>
                  <a:gd name="connsiteX2" fmla="*/ 111804 w 111805"/>
                  <a:gd name="connsiteY2" fmla="*/ 0 h 6855688"/>
                  <a:gd name="connsiteX3" fmla="*/ 111804 w 111805"/>
                  <a:gd name="connsiteY3" fmla="*/ 6855688 h 6855688"/>
                  <a:gd name="connsiteX0" fmla="*/ 0 w 111804"/>
                  <a:gd name="connsiteY0" fmla="*/ 6853478 h 6855688"/>
                  <a:gd name="connsiteX1" fmla="*/ 6237 w 111804"/>
                  <a:gd name="connsiteY1" fmla="*/ 0 h 6855688"/>
                  <a:gd name="connsiteX2" fmla="*/ 111804 w 111804"/>
                  <a:gd name="connsiteY2" fmla="*/ 0 h 6855688"/>
                  <a:gd name="connsiteX3" fmla="*/ 111804 w 111804"/>
                  <a:gd name="connsiteY3" fmla="*/ 6855688 h 68556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1804" h="6855688">
                    <a:moveTo>
                      <a:pt x="0" y="6853478"/>
                    </a:moveTo>
                    <a:cubicBezTo>
                      <a:pt x="14640" y="4603437"/>
                      <a:pt x="3155" y="2253123"/>
                      <a:pt x="6237" y="0"/>
                    </a:cubicBezTo>
                    <a:lnTo>
                      <a:pt x="111804" y="0"/>
                    </a:lnTo>
                    <a:lnTo>
                      <a:pt x="111804" y="6855688"/>
                    </a:ln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25" name="Freeform: Shape 20">
                <a:extLst>
                  <a:ext uri="{FF2B5EF4-FFF2-40B4-BE49-F238E27FC236}">
                    <a16:creationId xmlns:a16="http://schemas.microsoft.com/office/drawing/2014/main" id="{2E76514F-1E76-42DD-B0AD-169B8FE44A06}"/>
                  </a:ext>
                </a:extLst>
              </p:cNvPr>
              <p:cNvSpPr/>
              <p:nvPr/>
            </p:nvSpPr>
            <p:spPr>
              <a:xfrm>
                <a:off x="7485249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26" name="Freeform: Shape 21">
                <a:extLst>
                  <a:ext uri="{FF2B5EF4-FFF2-40B4-BE49-F238E27FC236}">
                    <a16:creationId xmlns:a16="http://schemas.microsoft.com/office/drawing/2014/main" id="{59433294-7B8F-41F7-91F7-517CA2C9F4DC}"/>
                  </a:ext>
                </a:extLst>
              </p:cNvPr>
              <p:cNvSpPr/>
              <p:nvPr/>
            </p:nvSpPr>
            <p:spPr>
              <a:xfrm>
                <a:off x="7616134" y="2926994"/>
                <a:ext cx="28885" cy="2567886"/>
              </a:xfrm>
              <a:custGeom>
                <a:avLst/>
                <a:gdLst>
                  <a:gd name="connsiteX0" fmla="*/ 0 w 77056"/>
                  <a:gd name="connsiteY0" fmla="*/ 6854918 h 6850294"/>
                  <a:gd name="connsiteX1" fmla="*/ 0 w 77056"/>
                  <a:gd name="connsiteY1" fmla="*/ 0 h 6850294"/>
                  <a:gd name="connsiteX2" fmla="*/ 78597 w 77056"/>
                  <a:gd name="connsiteY2" fmla="*/ 0 h 6850294"/>
                  <a:gd name="connsiteX3" fmla="*/ 78597 w 77056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056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25428" y="0"/>
                      <a:pt x="50087" y="0"/>
                      <a:pt x="78597" y="0"/>
                    </a:cubicBezTo>
                    <a:cubicBezTo>
                      <a:pt x="78597" y="2283175"/>
                      <a:pt x="78597" y="4566350"/>
                      <a:pt x="78597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27" name="Freeform: Shape 22">
                <a:extLst>
                  <a:ext uri="{FF2B5EF4-FFF2-40B4-BE49-F238E27FC236}">
                    <a16:creationId xmlns:a16="http://schemas.microsoft.com/office/drawing/2014/main" id="{E234C87C-7E37-4452-97EF-F1D0E4E10BB1}"/>
                  </a:ext>
                </a:extLst>
              </p:cNvPr>
              <p:cNvSpPr/>
              <p:nvPr/>
            </p:nvSpPr>
            <p:spPr>
              <a:xfrm>
                <a:off x="6838507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28" name="Freeform: Shape 23">
                <a:extLst>
                  <a:ext uri="{FF2B5EF4-FFF2-40B4-BE49-F238E27FC236}">
                    <a16:creationId xmlns:a16="http://schemas.microsoft.com/office/drawing/2014/main" id="{5AEC1B37-4351-4B21-A048-79D61A889B1F}"/>
                  </a:ext>
                </a:extLst>
              </p:cNvPr>
              <p:cNvSpPr/>
              <p:nvPr/>
            </p:nvSpPr>
            <p:spPr>
              <a:xfrm>
                <a:off x="698099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29" name="Freeform: Shape 24">
                <a:extLst>
                  <a:ext uri="{FF2B5EF4-FFF2-40B4-BE49-F238E27FC236}">
                    <a16:creationId xmlns:a16="http://schemas.microsoft.com/office/drawing/2014/main" id="{0E443B50-B71C-4982-BEBA-5F74D919FEC3}"/>
                  </a:ext>
                </a:extLst>
              </p:cNvPr>
              <p:cNvSpPr/>
              <p:nvPr/>
            </p:nvSpPr>
            <p:spPr>
              <a:xfrm>
                <a:off x="706505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30" name="Freeform: Shape 25">
                <a:extLst>
                  <a:ext uri="{FF2B5EF4-FFF2-40B4-BE49-F238E27FC236}">
                    <a16:creationId xmlns:a16="http://schemas.microsoft.com/office/drawing/2014/main" id="{6EDCEE13-D302-462C-BBC4-5FC52A8465AA}"/>
                  </a:ext>
                </a:extLst>
              </p:cNvPr>
              <p:cNvSpPr/>
              <p:nvPr/>
            </p:nvSpPr>
            <p:spPr>
              <a:xfrm>
                <a:off x="6754449" y="2926127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31" name="Freeform: Shape 26">
                <a:extLst>
                  <a:ext uri="{FF2B5EF4-FFF2-40B4-BE49-F238E27FC236}">
                    <a16:creationId xmlns:a16="http://schemas.microsoft.com/office/drawing/2014/main" id="{0F12630A-E5A3-4FE5-A77A-4C054416E9C0}"/>
                  </a:ext>
                </a:extLst>
              </p:cNvPr>
              <p:cNvSpPr/>
              <p:nvPr/>
            </p:nvSpPr>
            <p:spPr>
              <a:xfrm>
                <a:off x="633491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335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3351"/>
                    </a:moveTo>
                    <a:cubicBezTo>
                      <a:pt x="0" y="4262748"/>
                      <a:pt x="0" y="213291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1374"/>
                      <a:pt x="103255" y="4260436"/>
                      <a:pt x="10325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32" name="Freeform: Shape 27">
                <a:extLst>
                  <a:ext uri="{FF2B5EF4-FFF2-40B4-BE49-F238E27FC236}">
                    <a16:creationId xmlns:a16="http://schemas.microsoft.com/office/drawing/2014/main" id="{2C459585-B31F-404E-8FCA-F2AF47BEFF94}"/>
                  </a:ext>
                </a:extLst>
              </p:cNvPr>
              <p:cNvSpPr/>
              <p:nvPr/>
            </p:nvSpPr>
            <p:spPr>
              <a:xfrm>
                <a:off x="6159871" y="2926127"/>
                <a:ext cx="37550" cy="2397464"/>
              </a:xfrm>
              <a:custGeom>
                <a:avLst/>
                <a:gdLst>
                  <a:gd name="connsiteX0" fmla="*/ 0 w 100173"/>
                  <a:gd name="connsiteY0" fmla="*/ 6395663 h 6395662"/>
                  <a:gd name="connsiteX1" fmla="*/ 0 w 100173"/>
                  <a:gd name="connsiteY1" fmla="*/ 0 h 6395662"/>
                  <a:gd name="connsiteX2" fmla="*/ 52398 w 100173"/>
                  <a:gd name="connsiteY2" fmla="*/ 0 h 6395662"/>
                  <a:gd name="connsiteX3" fmla="*/ 103255 w 100173"/>
                  <a:gd name="connsiteY3" fmla="*/ 0 h 6395662"/>
                  <a:gd name="connsiteX4" fmla="*/ 103255 w 100173"/>
                  <a:gd name="connsiteY4" fmla="*/ 6395663 h 63956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173" h="6395662">
                    <a:moveTo>
                      <a:pt x="0" y="6395663"/>
                    </a:moveTo>
                    <a:cubicBezTo>
                      <a:pt x="0" y="4265060"/>
                      <a:pt x="0" y="2135227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132915"/>
                      <a:pt x="103255" y="4261977"/>
                      <a:pt x="103255" y="6395663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33" name="Freeform: Shape 28">
                <a:extLst>
                  <a:ext uri="{FF2B5EF4-FFF2-40B4-BE49-F238E27FC236}">
                    <a16:creationId xmlns:a16="http://schemas.microsoft.com/office/drawing/2014/main" id="{931F5084-2691-4CE6-9896-1823BD4D7159}"/>
                  </a:ext>
                </a:extLst>
              </p:cNvPr>
              <p:cNvSpPr/>
              <p:nvPr/>
            </p:nvSpPr>
            <p:spPr>
              <a:xfrm>
                <a:off x="6231712" y="2926127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34" name="Freeform: Shape 29">
                <a:extLst>
                  <a:ext uri="{FF2B5EF4-FFF2-40B4-BE49-F238E27FC236}">
                    <a16:creationId xmlns:a16="http://schemas.microsoft.com/office/drawing/2014/main" id="{0EBADA19-2133-409F-B7BB-C32075B99423}"/>
                  </a:ext>
                </a:extLst>
              </p:cNvPr>
              <p:cNvSpPr/>
              <p:nvPr/>
            </p:nvSpPr>
            <p:spPr>
              <a:xfrm>
                <a:off x="6598401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35" name="Freeform: Shape 30">
                <a:extLst>
                  <a:ext uri="{FF2B5EF4-FFF2-40B4-BE49-F238E27FC236}">
                    <a16:creationId xmlns:a16="http://schemas.microsoft.com/office/drawing/2014/main" id="{89039D33-80E6-4C37-B1E8-614D214EDE66}"/>
                  </a:ext>
                </a:extLst>
              </p:cNvPr>
              <p:cNvSpPr/>
              <p:nvPr/>
            </p:nvSpPr>
            <p:spPr>
              <a:xfrm>
                <a:off x="6680669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36" name="Freeform: Shape 31">
                <a:extLst>
                  <a:ext uri="{FF2B5EF4-FFF2-40B4-BE49-F238E27FC236}">
                    <a16:creationId xmlns:a16="http://schemas.microsoft.com/office/drawing/2014/main" id="{1ED29B97-F83A-4F8F-A0C0-EC13E198464F}"/>
                  </a:ext>
                </a:extLst>
              </p:cNvPr>
              <p:cNvSpPr/>
              <p:nvPr/>
            </p:nvSpPr>
            <p:spPr>
              <a:xfrm>
                <a:off x="651613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181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181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181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134" y="0"/>
                      <a:pt x="67039" y="0"/>
                      <a:pt x="103255" y="0"/>
                    </a:cubicBezTo>
                    <a:cubicBezTo>
                      <a:pt x="103255" y="2130603"/>
                      <a:pt x="103255" y="4260436"/>
                      <a:pt x="103255" y="639181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37" name="Freeform: Shape 32">
                <a:extLst>
                  <a:ext uri="{FF2B5EF4-FFF2-40B4-BE49-F238E27FC236}">
                    <a16:creationId xmlns:a16="http://schemas.microsoft.com/office/drawing/2014/main" id="{44DE3537-55EA-4586-A912-BA174F8331CA}"/>
                  </a:ext>
                </a:extLst>
              </p:cNvPr>
              <p:cNvSpPr/>
              <p:nvPr/>
            </p:nvSpPr>
            <p:spPr>
              <a:xfrm>
                <a:off x="6399205" y="2927282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38" name="Freeform: Shape 33">
                <a:extLst>
                  <a:ext uri="{FF2B5EF4-FFF2-40B4-BE49-F238E27FC236}">
                    <a16:creationId xmlns:a16="http://schemas.microsoft.com/office/drawing/2014/main" id="{72E89065-6885-4136-863D-45E167DB157D}"/>
                  </a:ext>
                </a:extLst>
              </p:cNvPr>
              <p:cNvSpPr/>
              <p:nvPr/>
            </p:nvSpPr>
            <p:spPr>
              <a:xfrm>
                <a:off x="5237391" y="2926127"/>
                <a:ext cx="144425" cy="2394576"/>
              </a:xfrm>
              <a:custGeom>
                <a:avLst/>
                <a:gdLst>
                  <a:gd name="connsiteX0" fmla="*/ 0 w 385280"/>
                  <a:gd name="connsiteY0" fmla="*/ 6393351 h 6387957"/>
                  <a:gd name="connsiteX1" fmla="*/ 0 w 385280"/>
                  <a:gd name="connsiteY1" fmla="*/ 0 h 6387957"/>
                  <a:gd name="connsiteX2" fmla="*/ 387593 w 385280"/>
                  <a:gd name="connsiteY2" fmla="*/ 0 h 6387957"/>
                  <a:gd name="connsiteX3" fmla="*/ 387593 w 38528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5280" h="6387957">
                    <a:moveTo>
                      <a:pt x="0" y="639335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128684" y="0"/>
                      <a:pt x="256597" y="0"/>
                      <a:pt x="387593" y="0"/>
                    </a:cubicBezTo>
                    <a:cubicBezTo>
                      <a:pt x="387593" y="2130603"/>
                      <a:pt x="387593" y="4261207"/>
                      <a:pt x="387593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39" name="Freeform: Shape 34">
                <a:extLst>
                  <a:ext uri="{FF2B5EF4-FFF2-40B4-BE49-F238E27FC236}">
                    <a16:creationId xmlns:a16="http://schemas.microsoft.com/office/drawing/2014/main" id="{7C8B0090-1FFD-4A45-ADDC-FE788E4068EE}"/>
                  </a:ext>
                </a:extLst>
              </p:cNvPr>
              <p:cNvSpPr/>
              <p:nvPr/>
            </p:nvSpPr>
            <p:spPr>
              <a:xfrm>
                <a:off x="5123269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59666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40" name="Freeform: Shape 35">
                <a:extLst>
                  <a:ext uri="{FF2B5EF4-FFF2-40B4-BE49-F238E27FC236}">
                    <a16:creationId xmlns:a16="http://schemas.microsoft.com/office/drawing/2014/main" id="{26439D06-DDB6-46CF-AA31-D9096ED5960C}"/>
                  </a:ext>
                </a:extLst>
              </p:cNvPr>
              <p:cNvSpPr/>
              <p:nvPr/>
            </p:nvSpPr>
            <p:spPr>
              <a:xfrm>
                <a:off x="5611343" y="2927282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41" name="Freeform: Shape 36">
                <a:extLst>
                  <a:ext uri="{FF2B5EF4-FFF2-40B4-BE49-F238E27FC236}">
                    <a16:creationId xmlns:a16="http://schemas.microsoft.com/office/drawing/2014/main" id="{FFD982E1-F2EF-4C41-B00B-202B91650002}"/>
                  </a:ext>
                </a:extLst>
              </p:cNvPr>
              <p:cNvSpPr/>
              <p:nvPr/>
            </p:nvSpPr>
            <p:spPr>
              <a:xfrm>
                <a:off x="5407259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10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42" name="Freeform: Shape 37">
                <a:extLst>
                  <a:ext uri="{FF2B5EF4-FFF2-40B4-BE49-F238E27FC236}">
                    <a16:creationId xmlns:a16="http://schemas.microsoft.com/office/drawing/2014/main" id="{35EDE2C7-79DF-4B35-9CBD-ACBB1568C011}"/>
                  </a:ext>
                </a:extLst>
              </p:cNvPr>
              <p:cNvSpPr/>
              <p:nvPr/>
            </p:nvSpPr>
            <p:spPr>
              <a:xfrm>
                <a:off x="5470252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43" name="Freeform: Shape 38">
                <a:extLst>
                  <a:ext uri="{FF2B5EF4-FFF2-40B4-BE49-F238E27FC236}">
                    <a16:creationId xmlns:a16="http://schemas.microsoft.com/office/drawing/2014/main" id="{A714E7BF-7249-4A42-9676-A2B58F55885D}"/>
                  </a:ext>
                </a:extLst>
              </p:cNvPr>
              <p:cNvSpPr/>
              <p:nvPr/>
            </p:nvSpPr>
            <p:spPr>
              <a:xfrm>
                <a:off x="5533244" y="2926127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DE6EC7B3-A16E-48FF-806E-314382842BBD}"/>
              </a:ext>
            </a:extLst>
          </p:cNvPr>
          <p:cNvGrpSpPr/>
          <p:nvPr/>
        </p:nvGrpSpPr>
        <p:grpSpPr>
          <a:xfrm>
            <a:off x="450920" y="6490548"/>
            <a:ext cx="4247655" cy="273466"/>
            <a:chOff x="4366684" y="2926127"/>
            <a:chExt cx="3278335" cy="2571063"/>
          </a:xfrm>
        </p:grpSpPr>
        <p:sp>
          <p:nvSpPr>
            <p:cNvPr id="45" name="Freeform: Shape 4">
              <a:extLst>
                <a:ext uri="{FF2B5EF4-FFF2-40B4-BE49-F238E27FC236}">
                  <a16:creationId xmlns:a16="http://schemas.microsoft.com/office/drawing/2014/main" id="{1C5F9849-6B13-4032-A72F-87315450BACA}"/>
                </a:ext>
              </a:extLst>
            </p:cNvPr>
            <p:cNvSpPr/>
            <p:nvPr/>
          </p:nvSpPr>
          <p:spPr>
            <a:xfrm>
              <a:off x="4744501" y="2926994"/>
              <a:ext cx="72212" cy="2394576"/>
            </a:xfrm>
            <a:custGeom>
              <a:avLst/>
              <a:gdLst>
                <a:gd name="connsiteX0" fmla="*/ 0 w 192640"/>
                <a:gd name="connsiteY0" fmla="*/ 6393351 h 6387957"/>
                <a:gd name="connsiteX1" fmla="*/ 0 w 192640"/>
                <a:gd name="connsiteY1" fmla="*/ 0 h 6387957"/>
                <a:gd name="connsiteX2" fmla="*/ 198034 w 192640"/>
                <a:gd name="connsiteY2" fmla="*/ 0 h 6387957"/>
                <a:gd name="connsiteX3" fmla="*/ 198034 w 19264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6" name="Freeform: Shape 5">
              <a:extLst>
                <a:ext uri="{FF2B5EF4-FFF2-40B4-BE49-F238E27FC236}">
                  <a16:creationId xmlns:a16="http://schemas.microsoft.com/office/drawing/2014/main" id="{C509C367-195E-430E-AE5A-AACCE7917D72}"/>
                </a:ext>
              </a:extLst>
            </p:cNvPr>
            <p:cNvSpPr/>
            <p:nvPr/>
          </p:nvSpPr>
          <p:spPr>
            <a:xfrm>
              <a:off x="4676621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7" name="Freeform: Shape 6">
              <a:extLst>
                <a:ext uri="{FF2B5EF4-FFF2-40B4-BE49-F238E27FC236}">
                  <a16:creationId xmlns:a16="http://schemas.microsoft.com/office/drawing/2014/main" id="{29399ADC-AF6D-42ED-9652-EED2CA6746FA}"/>
                </a:ext>
              </a:extLst>
            </p:cNvPr>
            <p:cNvSpPr/>
            <p:nvPr/>
          </p:nvSpPr>
          <p:spPr>
            <a:xfrm>
              <a:off x="5706626" y="2927282"/>
              <a:ext cx="109764" cy="2394576"/>
            </a:xfrm>
            <a:custGeom>
              <a:avLst/>
              <a:gdLst>
                <a:gd name="connsiteX0" fmla="*/ 0 w 292813"/>
                <a:gd name="connsiteY0" fmla="*/ 639258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97091" y="0"/>
                    <a:pt x="194952" y="0"/>
                    <a:pt x="295125" y="0"/>
                  </a:cubicBezTo>
                  <a:cubicBezTo>
                    <a:pt x="295125" y="2130603"/>
                    <a:pt x="295125" y="4259666"/>
                    <a:pt x="295125" y="639258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8" name="Freeform: Shape 7">
              <a:extLst>
                <a:ext uri="{FF2B5EF4-FFF2-40B4-BE49-F238E27FC236}">
                  <a16:creationId xmlns:a16="http://schemas.microsoft.com/office/drawing/2014/main" id="{43A062F6-D5C4-48B5-8085-5C3633177919}"/>
                </a:ext>
              </a:extLst>
            </p:cNvPr>
            <p:cNvSpPr/>
            <p:nvPr/>
          </p:nvSpPr>
          <p:spPr>
            <a:xfrm>
              <a:off x="5022376" y="2926994"/>
              <a:ext cx="75101" cy="2394576"/>
            </a:xfrm>
            <a:custGeom>
              <a:avLst/>
              <a:gdLst>
                <a:gd name="connsiteX0" fmla="*/ 0 w 200346"/>
                <a:gd name="connsiteY0" fmla="*/ 6392581 h 6387957"/>
                <a:gd name="connsiteX1" fmla="*/ 0 w 200346"/>
                <a:gd name="connsiteY1" fmla="*/ 0 h 6387957"/>
                <a:gd name="connsiteX2" fmla="*/ 201117 w 200346"/>
                <a:gd name="connsiteY2" fmla="*/ 0 h 6387957"/>
                <a:gd name="connsiteX3" fmla="*/ 201117 w 200346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346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3307" y="0"/>
                    <a:pt x="201117" y="0"/>
                  </a:cubicBezTo>
                  <a:cubicBezTo>
                    <a:pt x="201117" y="2131374"/>
                    <a:pt x="201117" y="4260437"/>
                    <a:pt x="201117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9" name="Freeform: Shape 8">
              <a:extLst>
                <a:ext uri="{FF2B5EF4-FFF2-40B4-BE49-F238E27FC236}">
                  <a16:creationId xmlns:a16="http://schemas.microsoft.com/office/drawing/2014/main" id="{E7DB614F-40B0-42E6-AFDD-1DC5086682CB}"/>
                </a:ext>
              </a:extLst>
            </p:cNvPr>
            <p:cNvSpPr/>
            <p:nvPr/>
          </p:nvSpPr>
          <p:spPr>
            <a:xfrm>
              <a:off x="4877829" y="2926994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6043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0" name="Freeform: Shape 9">
              <a:extLst>
                <a:ext uri="{FF2B5EF4-FFF2-40B4-BE49-F238E27FC236}">
                  <a16:creationId xmlns:a16="http://schemas.microsoft.com/office/drawing/2014/main" id="{7CAA483F-32ED-453E-ABE5-875C9406C1E7}"/>
                </a:ext>
              </a:extLst>
            </p:cNvPr>
            <p:cNvSpPr/>
            <p:nvPr/>
          </p:nvSpPr>
          <p:spPr>
            <a:xfrm>
              <a:off x="4559765" y="2926994"/>
              <a:ext cx="72212" cy="2394576"/>
            </a:xfrm>
            <a:custGeom>
              <a:avLst/>
              <a:gdLst>
                <a:gd name="connsiteX0" fmla="*/ 0 w 192640"/>
                <a:gd name="connsiteY0" fmla="*/ 6393351 h 6387957"/>
                <a:gd name="connsiteX1" fmla="*/ 0 w 192640"/>
                <a:gd name="connsiteY1" fmla="*/ 0 h 6387957"/>
                <a:gd name="connsiteX2" fmla="*/ 198034 w 192640"/>
                <a:gd name="connsiteY2" fmla="*/ 0 h 6387957"/>
                <a:gd name="connsiteX3" fmla="*/ 198034 w 19264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1" name="Freeform: Shape 10">
              <a:extLst>
                <a:ext uri="{FF2B5EF4-FFF2-40B4-BE49-F238E27FC236}">
                  <a16:creationId xmlns:a16="http://schemas.microsoft.com/office/drawing/2014/main" id="{2FAA00F2-1D6A-49DA-9F92-E5C5727D04DB}"/>
                </a:ext>
              </a:extLst>
            </p:cNvPr>
            <p:cNvSpPr/>
            <p:nvPr/>
          </p:nvSpPr>
          <p:spPr>
            <a:xfrm>
              <a:off x="4433987" y="2926705"/>
              <a:ext cx="37550" cy="2567886"/>
            </a:xfrm>
            <a:custGeom>
              <a:avLst/>
              <a:gdLst>
                <a:gd name="connsiteX0" fmla="*/ 0 w 100173"/>
                <a:gd name="connsiteY0" fmla="*/ 685491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4716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2" name="Freeform: Shape 11">
              <a:extLst>
                <a:ext uri="{FF2B5EF4-FFF2-40B4-BE49-F238E27FC236}">
                  <a16:creationId xmlns:a16="http://schemas.microsoft.com/office/drawing/2014/main" id="{BF8F9637-803C-4027-B1DD-FF4B960F70C7}"/>
                </a:ext>
              </a:extLst>
            </p:cNvPr>
            <p:cNvSpPr/>
            <p:nvPr/>
          </p:nvSpPr>
          <p:spPr>
            <a:xfrm>
              <a:off x="4366684" y="2927282"/>
              <a:ext cx="37550" cy="2567886"/>
            </a:xfrm>
            <a:custGeom>
              <a:avLst/>
              <a:gdLst>
                <a:gd name="connsiteX0" fmla="*/ 0 w 100173"/>
                <a:gd name="connsiteY0" fmla="*/ 685414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148"/>
                  </a:moveTo>
                  <a:cubicBezTo>
                    <a:pt x="0" y="4569432"/>
                    <a:pt x="0" y="2286257"/>
                    <a:pt x="0" y="0"/>
                  </a:cubicBezTo>
                  <a:cubicBezTo>
                    <a:pt x="33905" y="0"/>
                    <a:pt x="67809" y="0"/>
                    <a:pt x="103255" y="0"/>
                  </a:cubicBezTo>
                  <a:cubicBezTo>
                    <a:pt x="103255" y="2285486"/>
                    <a:pt x="103255" y="456866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3" name="Freeform: Shape 12">
              <a:extLst>
                <a:ext uri="{FF2B5EF4-FFF2-40B4-BE49-F238E27FC236}">
                  <a16:creationId xmlns:a16="http://schemas.microsoft.com/office/drawing/2014/main" id="{E2E3614D-917B-4D75-AB27-47EA8DF53BB9}"/>
                </a:ext>
              </a:extLst>
            </p:cNvPr>
            <p:cNvSpPr/>
            <p:nvPr/>
          </p:nvSpPr>
          <p:spPr>
            <a:xfrm>
              <a:off x="5957386" y="2926705"/>
              <a:ext cx="37550" cy="2567886"/>
            </a:xfrm>
            <a:custGeom>
              <a:avLst/>
              <a:gdLst>
                <a:gd name="connsiteX0" fmla="*/ 0 w 100173"/>
                <a:gd name="connsiteY0" fmla="*/ 685491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3945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4" name="Freeform: Shape 13">
              <a:extLst>
                <a:ext uri="{FF2B5EF4-FFF2-40B4-BE49-F238E27FC236}">
                  <a16:creationId xmlns:a16="http://schemas.microsoft.com/office/drawing/2014/main" id="{06C95C66-1B93-4941-A93C-4CB3D7C07BDC}"/>
                </a:ext>
              </a:extLst>
            </p:cNvPr>
            <p:cNvSpPr/>
            <p:nvPr/>
          </p:nvSpPr>
          <p:spPr>
            <a:xfrm>
              <a:off x="6024689" y="2926127"/>
              <a:ext cx="37550" cy="2567886"/>
            </a:xfrm>
            <a:custGeom>
              <a:avLst/>
              <a:gdLst>
                <a:gd name="connsiteX0" fmla="*/ 0 w 100173"/>
                <a:gd name="connsiteY0" fmla="*/ 6857230 h 6850294"/>
                <a:gd name="connsiteX1" fmla="*/ 0 w 100173"/>
                <a:gd name="connsiteY1" fmla="*/ 0 h 6850294"/>
                <a:gd name="connsiteX2" fmla="*/ 52398 w 100173"/>
                <a:gd name="connsiteY2" fmla="*/ 0 h 6850294"/>
                <a:gd name="connsiteX3" fmla="*/ 103255 w 100173"/>
                <a:gd name="connsiteY3" fmla="*/ 0 h 6850294"/>
                <a:gd name="connsiteX4" fmla="*/ 103255 w 100173"/>
                <a:gd name="connsiteY4" fmla="*/ 6857230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173" h="6850294">
                  <a:moveTo>
                    <a:pt x="0" y="6857230"/>
                  </a:moveTo>
                  <a:cubicBezTo>
                    <a:pt x="0" y="4572514"/>
                    <a:pt x="0" y="2288569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287798"/>
                    <a:pt x="103255" y="4571743"/>
                    <a:pt x="103255" y="6857230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5" name="Freeform: Shape 14">
              <a:extLst>
                <a:ext uri="{FF2B5EF4-FFF2-40B4-BE49-F238E27FC236}">
                  <a16:creationId xmlns:a16="http://schemas.microsoft.com/office/drawing/2014/main" id="{223F541A-2679-4B32-A911-9A44D797AF98}"/>
                </a:ext>
              </a:extLst>
            </p:cNvPr>
            <p:cNvSpPr/>
            <p:nvPr/>
          </p:nvSpPr>
          <p:spPr>
            <a:xfrm>
              <a:off x="5890084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1714 w 100173"/>
                <a:gd name="connsiteY2" fmla="*/ 0 h 6387957"/>
                <a:gd name="connsiteX3" fmla="*/ 101714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33904" y="0"/>
                    <a:pt x="67039" y="0"/>
                    <a:pt x="101714" y="0"/>
                  </a:cubicBezTo>
                  <a:cubicBezTo>
                    <a:pt x="101714" y="2130603"/>
                    <a:pt x="101714" y="4260437"/>
                    <a:pt x="101714" y="639258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6" name="Freeform: Shape 15">
              <a:extLst>
                <a:ext uri="{FF2B5EF4-FFF2-40B4-BE49-F238E27FC236}">
                  <a16:creationId xmlns:a16="http://schemas.microsoft.com/office/drawing/2014/main" id="{9041EFEC-89F5-4210-A7DD-5F093E111C71}"/>
                </a:ext>
              </a:extLst>
            </p:cNvPr>
            <p:cNvSpPr/>
            <p:nvPr/>
          </p:nvSpPr>
          <p:spPr>
            <a:xfrm>
              <a:off x="6091991" y="2926994"/>
              <a:ext cx="37550" cy="2394576"/>
            </a:xfrm>
            <a:custGeom>
              <a:avLst/>
              <a:gdLst>
                <a:gd name="connsiteX0" fmla="*/ 0 w 100173"/>
                <a:gd name="connsiteY0" fmla="*/ 639335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3351"/>
                  </a:moveTo>
                  <a:cubicBezTo>
                    <a:pt x="0" y="4261978"/>
                    <a:pt x="0" y="213291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1374"/>
                    <a:pt x="103255" y="4261207"/>
                    <a:pt x="103255" y="639335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7" name="Freeform: Shape 16">
              <a:extLst>
                <a:ext uri="{FF2B5EF4-FFF2-40B4-BE49-F238E27FC236}">
                  <a16:creationId xmlns:a16="http://schemas.microsoft.com/office/drawing/2014/main" id="{6BEF9124-5B72-40AB-8EC4-22F4D7A3A8DA}"/>
                </a:ext>
              </a:extLst>
            </p:cNvPr>
            <p:cNvSpPr/>
            <p:nvPr/>
          </p:nvSpPr>
          <p:spPr>
            <a:xfrm>
              <a:off x="7139759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8" name="Freeform: Shape 17">
              <a:extLst>
                <a:ext uri="{FF2B5EF4-FFF2-40B4-BE49-F238E27FC236}">
                  <a16:creationId xmlns:a16="http://schemas.microsoft.com/office/drawing/2014/main" id="{8EDECFC8-F9C5-4EEE-86C0-6F94AF3EBFDC}"/>
                </a:ext>
              </a:extLst>
            </p:cNvPr>
            <p:cNvSpPr/>
            <p:nvPr/>
          </p:nvSpPr>
          <p:spPr>
            <a:xfrm>
              <a:off x="7280788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9" name="Freeform: Shape 18">
              <a:extLst>
                <a:ext uri="{FF2B5EF4-FFF2-40B4-BE49-F238E27FC236}">
                  <a16:creationId xmlns:a16="http://schemas.microsoft.com/office/drawing/2014/main" id="{E6A3002D-C304-4A19-BF24-163A83C7F340}"/>
                </a:ext>
              </a:extLst>
            </p:cNvPr>
            <p:cNvSpPr/>
            <p:nvPr/>
          </p:nvSpPr>
          <p:spPr>
            <a:xfrm>
              <a:off x="7349773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99402" y="0"/>
                    <a:pt x="195722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0" name="Freeform: Shape 19">
              <a:extLst>
                <a:ext uri="{FF2B5EF4-FFF2-40B4-BE49-F238E27FC236}">
                  <a16:creationId xmlns:a16="http://schemas.microsoft.com/office/drawing/2014/main" id="{9775D617-E082-4A59-A05C-8617B093BAB5}"/>
                </a:ext>
              </a:extLst>
            </p:cNvPr>
            <p:cNvSpPr/>
            <p:nvPr/>
          </p:nvSpPr>
          <p:spPr>
            <a:xfrm>
              <a:off x="7548511" y="2927282"/>
              <a:ext cx="41911" cy="2569908"/>
            </a:xfrm>
            <a:custGeom>
              <a:avLst/>
              <a:gdLst>
                <a:gd name="connsiteX0" fmla="*/ 0 w 115584"/>
                <a:gd name="connsiteY0" fmla="*/ 6753975 h 6850294"/>
                <a:gd name="connsiteX1" fmla="*/ 13099 w 115584"/>
                <a:gd name="connsiteY1" fmla="*/ 0 h 6850294"/>
                <a:gd name="connsiteX2" fmla="*/ 118666 w 115584"/>
                <a:gd name="connsiteY2" fmla="*/ 0 h 6850294"/>
                <a:gd name="connsiteX3" fmla="*/ 118666 w 115584"/>
                <a:gd name="connsiteY3" fmla="*/ 6855688 h 6850294"/>
                <a:gd name="connsiteX0" fmla="*/ 0 w 111805"/>
                <a:gd name="connsiteY0" fmla="*/ 6836322 h 6855688"/>
                <a:gd name="connsiteX1" fmla="*/ 6237 w 111805"/>
                <a:gd name="connsiteY1" fmla="*/ 0 h 6855688"/>
                <a:gd name="connsiteX2" fmla="*/ 111804 w 111805"/>
                <a:gd name="connsiteY2" fmla="*/ 0 h 6855688"/>
                <a:gd name="connsiteX3" fmla="*/ 111804 w 111805"/>
                <a:gd name="connsiteY3" fmla="*/ 6855688 h 6855688"/>
                <a:gd name="connsiteX0" fmla="*/ 0 w 111804"/>
                <a:gd name="connsiteY0" fmla="*/ 6853478 h 6855688"/>
                <a:gd name="connsiteX1" fmla="*/ 6237 w 111804"/>
                <a:gd name="connsiteY1" fmla="*/ 0 h 6855688"/>
                <a:gd name="connsiteX2" fmla="*/ 111804 w 111804"/>
                <a:gd name="connsiteY2" fmla="*/ 0 h 6855688"/>
                <a:gd name="connsiteX3" fmla="*/ 111804 w 111804"/>
                <a:gd name="connsiteY3" fmla="*/ 6855688 h 6855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1804" h="6855688">
                  <a:moveTo>
                    <a:pt x="0" y="6853478"/>
                  </a:moveTo>
                  <a:cubicBezTo>
                    <a:pt x="14640" y="4603437"/>
                    <a:pt x="3155" y="2253123"/>
                    <a:pt x="6237" y="0"/>
                  </a:cubicBezTo>
                  <a:lnTo>
                    <a:pt x="111804" y="0"/>
                  </a:lnTo>
                  <a:lnTo>
                    <a:pt x="111804" y="6855688"/>
                  </a:ln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1" name="Freeform: Shape 20">
              <a:extLst>
                <a:ext uri="{FF2B5EF4-FFF2-40B4-BE49-F238E27FC236}">
                  <a16:creationId xmlns:a16="http://schemas.microsoft.com/office/drawing/2014/main" id="{0BDC3C89-2C51-4DDB-8643-89B2A1A6D7DA}"/>
                </a:ext>
              </a:extLst>
            </p:cNvPr>
            <p:cNvSpPr/>
            <p:nvPr/>
          </p:nvSpPr>
          <p:spPr>
            <a:xfrm>
              <a:off x="7485249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2" name="Freeform: Shape 21">
              <a:extLst>
                <a:ext uri="{FF2B5EF4-FFF2-40B4-BE49-F238E27FC236}">
                  <a16:creationId xmlns:a16="http://schemas.microsoft.com/office/drawing/2014/main" id="{02E00C12-9FC7-4195-8BCC-07392366722B}"/>
                </a:ext>
              </a:extLst>
            </p:cNvPr>
            <p:cNvSpPr/>
            <p:nvPr/>
          </p:nvSpPr>
          <p:spPr>
            <a:xfrm>
              <a:off x="7616134" y="2926994"/>
              <a:ext cx="28885" cy="2567886"/>
            </a:xfrm>
            <a:custGeom>
              <a:avLst/>
              <a:gdLst>
                <a:gd name="connsiteX0" fmla="*/ 0 w 77056"/>
                <a:gd name="connsiteY0" fmla="*/ 6854918 h 6850294"/>
                <a:gd name="connsiteX1" fmla="*/ 0 w 77056"/>
                <a:gd name="connsiteY1" fmla="*/ 0 h 6850294"/>
                <a:gd name="connsiteX2" fmla="*/ 78597 w 77056"/>
                <a:gd name="connsiteY2" fmla="*/ 0 h 6850294"/>
                <a:gd name="connsiteX3" fmla="*/ 78597 w 77056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056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25428" y="0"/>
                    <a:pt x="50087" y="0"/>
                    <a:pt x="78597" y="0"/>
                  </a:cubicBezTo>
                  <a:cubicBezTo>
                    <a:pt x="78597" y="2283175"/>
                    <a:pt x="78597" y="4566350"/>
                    <a:pt x="78597" y="6854918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3" name="Freeform: Shape 22">
              <a:extLst>
                <a:ext uri="{FF2B5EF4-FFF2-40B4-BE49-F238E27FC236}">
                  <a16:creationId xmlns:a16="http://schemas.microsoft.com/office/drawing/2014/main" id="{1D0AAD00-3589-47E6-AA28-2A387F3F0EE4}"/>
                </a:ext>
              </a:extLst>
            </p:cNvPr>
            <p:cNvSpPr/>
            <p:nvPr/>
          </p:nvSpPr>
          <p:spPr>
            <a:xfrm>
              <a:off x="6838507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4" name="Freeform: Shape 23">
              <a:extLst>
                <a:ext uri="{FF2B5EF4-FFF2-40B4-BE49-F238E27FC236}">
                  <a16:creationId xmlns:a16="http://schemas.microsoft.com/office/drawing/2014/main" id="{FB03742A-9A93-4AA9-BA98-A8F38D2E4DC1}"/>
                </a:ext>
              </a:extLst>
            </p:cNvPr>
            <p:cNvSpPr/>
            <p:nvPr/>
          </p:nvSpPr>
          <p:spPr>
            <a:xfrm>
              <a:off x="6980994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5" name="Freeform: Shape 24">
              <a:extLst>
                <a:ext uri="{FF2B5EF4-FFF2-40B4-BE49-F238E27FC236}">
                  <a16:creationId xmlns:a16="http://schemas.microsoft.com/office/drawing/2014/main" id="{88E7AA5F-4FE1-47ED-B092-544CDF7E7611}"/>
                </a:ext>
              </a:extLst>
            </p:cNvPr>
            <p:cNvSpPr/>
            <p:nvPr/>
          </p:nvSpPr>
          <p:spPr>
            <a:xfrm>
              <a:off x="7065051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6" name="Freeform: Shape 25">
              <a:extLst>
                <a:ext uri="{FF2B5EF4-FFF2-40B4-BE49-F238E27FC236}">
                  <a16:creationId xmlns:a16="http://schemas.microsoft.com/office/drawing/2014/main" id="{3A684DA4-2277-409F-9EAF-808D82B2ECF0}"/>
                </a:ext>
              </a:extLst>
            </p:cNvPr>
            <p:cNvSpPr/>
            <p:nvPr/>
          </p:nvSpPr>
          <p:spPr>
            <a:xfrm>
              <a:off x="6754449" y="2926127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7" name="Freeform: Shape 26">
              <a:extLst>
                <a:ext uri="{FF2B5EF4-FFF2-40B4-BE49-F238E27FC236}">
                  <a16:creationId xmlns:a16="http://schemas.microsoft.com/office/drawing/2014/main" id="{2F7323EC-CE00-433E-A51A-145CFB04CF45}"/>
                </a:ext>
              </a:extLst>
            </p:cNvPr>
            <p:cNvSpPr/>
            <p:nvPr/>
          </p:nvSpPr>
          <p:spPr>
            <a:xfrm>
              <a:off x="6334914" y="2927282"/>
              <a:ext cx="37550" cy="2394576"/>
            </a:xfrm>
            <a:custGeom>
              <a:avLst/>
              <a:gdLst>
                <a:gd name="connsiteX0" fmla="*/ 0 w 100173"/>
                <a:gd name="connsiteY0" fmla="*/ 639335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3351"/>
                  </a:moveTo>
                  <a:cubicBezTo>
                    <a:pt x="0" y="4262748"/>
                    <a:pt x="0" y="213291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1374"/>
                    <a:pt x="103255" y="4260436"/>
                    <a:pt x="103255" y="639335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8" name="Freeform: Shape 27">
              <a:extLst>
                <a:ext uri="{FF2B5EF4-FFF2-40B4-BE49-F238E27FC236}">
                  <a16:creationId xmlns:a16="http://schemas.microsoft.com/office/drawing/2014/main" id="{B4709B9B-FDB4-4317-A011-02E6C8F5B1D6}"/>
                </a:ext>
              </a:extLst>
            </p:cNvPr>
            <p:cNvSpPr/>
            <p:nvPr/>
          </p:nvSpPr>
          <p:spPr>
            <a:xfrm>
              <a:off x="6159871" y="2926127"/>
              <a:ext cx="37550" cy="2397464"/>
            </a:xfrm>
            <a:custGeom>
              <a:avLst/>
              <a:gdLst>
                <a:gd name="connsiteX0" fmla="*/ 0 w 100173"/>
                <a:gd name="connsiteY0" fmla="*/ 6395663 h 6395662"/>
                <a:gd name="connsiteX1" fmla="*/ 0 w 100173"/>
                <a:gd name="connsiteY1" fmla="*/ 0 h 6395662"/>
                <a:gd name="connsiteX2" fmla="*/ 52398 w 100173"/>
                <a:gd name="connsiteY2" fmla="*/ 0 h 6395662"/>
                <a:gd name="connsiteX3" fmla="*/ 103255 w 100173"/>
                <a:gd name="connsiteY3" fmla="*/ 0 h 6395662"/>
                <a:gd name="connsiteX4" fmla="*/ 103255 w 100173"/>
                <a:gd name="connsiteY4" fmla="*/ 6395663 h 6395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173" h="6395662">
                  <a:moveTo>
                    <a:pt x="0" y="6395663"/>
                  </a:moveTo>
                  <a:cubicBezTo>
                    <a:pt x="0" y="4265060"/>
                    <a:pt x="0" y="2135227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132915"/>
                    <a:pt x="103255" y="4261977"/>
                    <a:pt x="103255" y="6395663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9" name="Freeform: Shape 28">
              <a:extLst>
                <a:ext uri="{FF2B5EF4-FFF2-40B4-BE49-F238E27FC236}">
                  <a16:creationId xmlns:a16="http://schemas.microsoft.com/office/drawing/2014/main" id="{5B1EC1F1-B0AD-45A8-850C-757BDAA9EDF3}"/>
                </a:ext>
              </a:extLst>
            </p:cNvPr>
            <p:cNvSpPr/>
            <p:nvPr/>
          </p:nvSpPr>
          <p:spPr>
            <a:xfrm>
              <a:off x="6231712" y="2926127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0" name="Freeform: Shape 29">
              <a:extLst>
                <a:ext uri="{FF2B5EF4-FFF2-40B4-BE49-F238E27FC236}">
                  <a16:creationId xmlns:a16="http://schemas.microsoft.com/office/drawing/2014/main" id="{A2938C77-837E-4B2B-B960-3EB47EDA82E0}"/>
                </a:ext>
              </a:extLst>
            </p:cNvPr>
            <p:cNvSpPr/>
            <p:nvPr/>
          </p:nvSpPr>
          <p:spPr>
            <a:xfrm>
              <a:off x="6598401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1" name="Freeform: Shape 30">
              <a:extLst>
                <a:ext uri="{FF2B5EF4-FFF2-40B4-BE49-F238E27FC236}">
                  <a16:creationId xmlns:a16="http://schemas.microsoft.com/office/drawing/2014/main" id="{CBC47B0E-2E60-45E8-881E-4915E654C9B6}"/>
                </a:ext>
              </a:extLst>
            </p:cNvPr>
            <p:cNvSpPr/>
            <p:nvPr/>
          </p:nvSpPr>
          <p:spPr>
            <a:xfrm>
              <a:off x="6680669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2" name="Freeform: Shape 31">
              <a:extLst>
                <a:ext uri="{FF2B5EF4-FFF2-40B4-BE49-F238E27FC236}">
                  <a16:creationId xmlns:a16="http://schemas.microsoft.com/office/drawing/2014/main" id="{3DAE118A-9A0B-464A-A419-8ACDDED1A668}"/>
                </a:ext>
              </a:extLst>
            </p:cNvPr>
            <p:cNvSpPr/>
            <p:nvPr/>
          </p:nvSpPr>
          <p:spPr>
            <a:xfrm>
              <a:off x="6516134" y="2927282"/>
              <a:ext cx="37550" cy="2394576"/>
            </a:xfrm>
            <a:custGeom>
              <a:avLst/>
              <a:gdLst>
                <a:gd name="connsiteX0" fmla="*/ 0 w 100173"/>
                <a:gd name="connsiteY0" fmla="*/ 639181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181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181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134" y="0"/>
                    <a:pt x="67039" y="0"/>
                    <a:pt x="103255" y="0"/>
                  </a:cubicBezTo>
                  <a:cubicBezTo>
                    <a:pt x="103255" y="2130603"/>
                    <a:pt x="103255" y="4260436"/>
                    <a:pt x="103255" y="639181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3" name="Freeform: Shape 32">
              <a:extLst>
                <a:ext uri="{FF2B5EF4-FFF2-40B4-BE49-F238E27FC236}">
                  <a16:creationId xmlns:a16="http://schemas.microsoft.com/office/drawing/2014/main" id="{1F649A72-E7E5-40E7-A9FD-D6AC24E2F675}"/>
                </a:ext>
              </a:extLst>
            </p:cNvPr>
            <p:cNvSpPr/>
            <p:nvPr/>
          </p:nvSpPr>
          <p:spPr>
            <a:xfrm>
              <a:off x="6399205" y="2927282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4" name="Freeform: Shape 33">
              <a:extLst>
                <a:ext uri="{FF2B5EF4-FFF2-40B4-BE49-F238E27FC236}">
                  <a16:creationId xmlns:a16="http://schemas.microsoft.com/office/drawing/2014/main" id="{6D8ADBB6-DBB0-42F5-95EC-13A9026E7E5C}"/>
                </a:ext>
              </a:extLst>
            </p:cNvPr>
            <p:cNvSpPr/>
            <p:nvPr/>
          </p:nvSpPr>
          <p:spPr>
            <a:xfrm>
              <a:off x="5237391" y="2926127"/>
              <a:ext cx="144425" cy="2394576"/>
            </a:xfrm>
            <a:custGeom>
              <a:avLst/>
              <a:gdLst>
                <a:gd name="connsiteX0" fmla="*/ 0 w 385280"/>
                <a:gd name="connsiteY0" fmla="*/ 6393351 h 6387957"/>
                <a:gd name="connsiteX1" fmla="*/ 0 w 385280"/>
                <a:gd name="connsiteY1" fmla="*/ 0 h 6387957"/>
                <a:gd name="connsiteX2" fmla="*/ 387593 w 385280"/>
                <a:gd name="connsiteY2" fmla="*/ 0 h 6387957"/>
                <a:gd name="connsiteX3" fmla="*/ 387593 w 38528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80" h="6387957">
                  <a:moveTo>
                    <a:pt x="0" y="639335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128684" y="0"/>
                    <a:pt x="256597" y="0"/>
                    <a:pt x="387593" y="0"/>
                  </a:cubicBezTo>
                  <a:cubicBezTo>
                    <a:pt x="387593" y="2130603"/>
                    <a:pt x="387593" y="4261207"/>
                    <a:pt x="387593" y="639335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5" name="Freeform: Shape 34">
              <a:extLst>
                <a:ext uri="{FF2B5EF4-FFF2-40B4-BE49-F238E27FC236}">
                  <a16:creationId xmlns:a16="http://schemas.microsoft.com/office/drawing/2014/main" id="{ADE508B9-175A-45B9-B0B1-049223FA4186}"/>
                </a:ext>
              </a:extLst>
            </p:cNvPr>
            <p:cNvSpPr/>
            <p:nvPr/>
          </p:nvSpPr>
          <p:spPr>
            <a:xfrm>
              <a:off x="5123269" y="2926994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59666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6" name="Freeform: Shape 35">
              <a:extLst>
                <a:ext uri="{FF2B5EF4-FFF2-40B4-BE49-F238E27FC236}">
                  <a16:creationId xmlns:a16="http://schemas.microsoft.com/office/drawing/2014/main" id="{99239F86-0B10-4B81-A9D7-48FE3BFF2721}"/>
                </a:ext>
              </a:extLst>
            </p:cNvPr>
            <p:cNvSpPr/>
            <p:nvPr/>
          </p:nvSpPr>
          <p:spPr>
            <a:xfrm>
              <a:off x="5611343" y="2927282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7" name="Freeform: Shape 36">
              <a:extLst>
                <a:ext uri="{FF2B5EF4-FFF2-40B4-BE49-F238E27FC236}">
                  <a16:creationId xmlns:a16="http://schemas.microsoft.com/office/drawing/2014/main" id="{22343604-CEAD-4F0E-9744-F9A4494FE137}"/>
                </a:ext>
              </a:extLst>
            </p:cNvPr>
            <p:cNvSpPr/>
            <p:nvPr/>
          </p:nvSpPr>
          <p:spPr>
            <a:xfrm>
              <a:off x="5407259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10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8" name="Freeform: Shape 37">
              <a:extLst>
                <a:ext uri="{FF2B5EF4-FFF2-40B4-BE49-F238E27FC236}">
                  <a16:creationId xmlns:a16="http://schemas.microsoft.com/office/drawing/2014/main" id="{A42CD82D-6017-48CB-B5FB-11C2D806B5D9}"/>
                </a:ext>
              </a:extLst>
            </p:cNvPr>
            <p:cNvSpPr/>
            <p:nvPr/>
          </p:nvSpPr>
          <p:spPr>
            <a:xfrm>
              <a:off x="5470252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9" name="Freeform: Shape 38">
              <a:extLst>
                <a:ext uri="{FF2B5EF4-FFF2-40B4-BE49-F238E27FC236}">
                  <a16:creationId xmlns:a16="http://schemas.microsoft.com/office/drawing/2014/main" id="{7E7C632F-4F98-4EC9-BC85-3415349B466C}"/>
                </a:ext>
              </a:extLst>
            </p:cNvPr>
            <p:cNvSpPr/>
            <p:nvPr/>
          </p:nvSpPr>
          <p:spPr>
            <a:xfrm>
              <a:off x="5533244" y="2926127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pic>
        <p:nvPicPr>
          <p:cNvPr id="80" name="Picture 79">
            <a:extLst>
              <a:ext uri="{FF2B5EF4-FFF2-40B4-BE49-F238E27FC236}">
                <a16:creationId xmlns:a16="http://schemas.microsoft.com/office/drawing/2014/main" id="{9739B8DF-BF90-4FAF-960B-10C51B6CE0C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521" y="190223"/>
            <a:ext cx="6879350" cy="999746"/>
          </a:xfrm>
          <a:prstGeom prst="rect">
            <a:avLst/>
          </a:prstGeom>
        </p:spPr>
      </p:pic>
      <p:grpSp>
        <p:nvGrpSpPr>
          <p:cNvPr id="81" name="Group 80">
            <a:extLst>
              <a:ext uri="{FF2B5EF4-FFF2-40B4-BE49-F238E27FC236}">
                <a16:creationId xmlns:a16="http://schemas.microsoft.com/office/drawing/2014/main" id="{5E6CF193-8719-48FB-856F-90FC1B07F650}"/>
              </a:ext>
            </a:extLst>
          </p:cNvPr>
          <p:cNvGrpSpPr/>
          <p:nvPr/>
        </p:nvGrpSpPr>
        <p:grpSpPr>
          <a:xfrm>
            <a:off x="4815395" y="6382131"/>
            <a:ext cx="7369479" cy="465286"/>
            <a:chOff x="4817758" y="6382984"/>
            <a:chExt cx="7369479" cy="465286"/>
          </a:xfrm>
        </p:grpSpPr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94B4E77E-F183-4D50-A5D4-5180CF84554A}"/>
                </a:ext>
              </a:extLst>
            </p:cNvPr>
            <p:cNvSpPr/>
            <p:nvPr/>
          </p:nvSpPr>
          <p:spPr>
            <a:xfrm>
              <a:off x="4817758" y="6382984"/>
              <a:ext cx="7369479" cy="46528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83" name="Picture 82">
              <a:extLst>
                <a:ext uri="{FF2B5EF4-FFF2-40B4-BE49-F238E27FC236}">
                  <a16:creationId xmlns:a16="http://schemas.microsoft.com/office/drawing/2014/main" id="{8E7639C8-9742-4BFD-9810-F4F1207514D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873655" y="6397831"/>
              <a:ext cx="7281503" cy="417465"/>
            </a:xfrm>
            <a:prstGeom prst="rect">
              <a:avLst/>
            </a:prstGeom>
            <a:ln>
              <a:solidFill>
                <a:schemeClr val="bg1"/>
              </a:solidFill>
            </a:ln>
          </p:spPr>
        </p:pic>
      </p:grpSp>
      <p:sp>
        <p:nvSpPr>
          <p:cNvPr id="84" name="Slide Number Placeholder 9">
            <a:extLst>
              <a:ext uri="{FF2B5EF4-FFF2-40B4-BE49-F238E27FC236}">
                <a16:creationId xmlns:a16="http://schemas.microsoft.com/office/drawing/2014/main" id="{2EF21E9E-5DB7-4DB4-A917-9162B1FD4D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38A635C9-4A98-4745-BD96-9D0E32025E69}" type="slidenum">
              <a:rPr lang="en-IN" smtClean="0"/>
              <a:t>1</a:t>
            </a:fld>
            <a:endParaRPr lang="en-IN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B652D70E-93A6-F5D4-1E49-9B5AEC660FE0}"/>
              </a:ext>
            </a:extLst>
          </p:cNvPr>
          <p:cNvSpPr txBox="1"/>
          <p:nvPr/>
        </p:nvSpPr>
        <p:spPr>
          <a:xfrm>
            <a:off x="1542374" y="2919296"/>
            <a:ext cx="9107253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Unlocking Equity &amp; Efficiency: A Data-Driven Review of India's Crop Insurance Schemes (2018-2022)</a:t>
            </a:r>
            <a:endParaRPr lang="en-IN" sz="28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75791E12-E01A-0648-B85E-DE5C31A80409}"/>
              </a:ext>
            </a:extLst>
          </p:cNvPr>
          <p:cNvSpPr txBox="1"/>
          <p:nvPr/>
        </p:nvSpPr>
        <p:spPr>
          <a:xfrm>
            <a:off x="2618845" y="3980967"/>
            <a:ext cx="705609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Raw Data to an Interactive Predictive Dashboard</a:t>
            </a:r>
            <a:endParaRPr lang="en-IN" sz="2400" i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48BD337C-F22F-A236-5654-8344444E7D53}"/>
              </a:ext>
            </a:extLst>
          </p:cNvPr>
          <p:cNvSpPr txBox="1"/>
          <p:nvPr/>
        </p:nvSpPr>
        <p:spPr>
          <a:xfrm>
            <a:off x="3843525" y="4717481"/>
            <a:ext cx="45049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By- Ameen Khan (22070521007)</a:t>
            </a: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the Guidance of – Dr. Piyush Chauhan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04039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" name="Group 78">
            <a:extLst>
              <a:ext uri="{FF2B5EF4-FFF2-40B4-BE49-F238E27FC236}">
                <a16:creationId xmlns:a16="http://schemas.microsoft.com/office/drawing/2014/main" id="{8AB83803-82FF-4FDF-A9E4-FA57E548D4DF}"/>
              </a:ext>
            </a:extLst>
          </p:cNvPr>
          <p:cNvGrpSpPr/>
          <p:nvPr/>
        </p:nvGrpSpPr>
        <p:grpSpPr>
          <a:xfrm>
            <a:off x="0" y="-699"/>
            <a:ext cx="12196232" cy="6859933"/>
            <a:chOff x="0" y="-699"/>
            <a:chExt cx="12196232" cy="6859933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4F7233E0-8B4C-403F-B4DC-1EAABD525929}"/>
                </a:ext>
              </a:extLst>
            </p:cNvPr>
            <p:cNvGrpSpPr/>
            <p:nvPr/>
          </p:nvGrpSpPr>
          <p:grpSpPr>
            <a:xfrm>
              <a:off x="4232" y="6382984"/>
              <a:ext cx="12192000" cy="476250"/>
              <a:chOff x="0" y="6381750"/>
              <a:chExt cx="12192000" cy="476250"/>
            </a:xfrm>
            <a:solidFill>
              <a:srgbClr val="C00000"/>
            </a:solidFill>
          </p:grpSpPr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C3EDFE22-777C-4E40-82E4-FD5DB11D8B63}"/>
                  </a:ext>
                </a:extLst>
              </p:cNvPr>
              <p:cNvSpPr/>
              <p:nvPr/>
            </p:nvSpPr>
            <p:spPr>
              <a:xfrm>
                <a:off x="0" y="6381750"/>
                <a:ext cx="12192000" cy="47625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grpSp>
            <p:nvGrpSpPr>
              <p:cNvPr id="4" name="Group 3">
                <a:extLst>
                  <a:ext uri="{FF2B5EF4-FFF2-40B4-BE49-F238E27FC236}">
                    <a16:creationId xmlns:a16="http://schemas.microsoft.com/office/drawing/2014/main" id="{314080B3-0E2C-457A-A722-47CA48E69C19}"/>
                  </a:ext>
                </a:extLst>
              </p:cNvPr>
              <p:cNvGrpSpPr/>
              <p:nvPr/>
            </p:nvGrpSpPr>
            <p:grpSpPr>
              <a:xfrm>
                <a:off x="160089" y="6467143"/>
                <a:ext cx="4087748" cy="273466"/>
                <a:chOff x="4366684" y="2926127"/>
                <a:chExt cx="3278335" cy="2571063"/>
              </a:xfrm>
              <a:grpFill/>
            </p:grpSpPr>
            <p:sp>
              <p:nvSpPr>
                <p:cNvPr id="5" name="Freeform: Shape 4">
                  <a:extLst>
                    <a:ext uri="{FF2B5EF4-FFF2-40B4-BE49-F238E27FC236}">
                      <a16:creationId xmlns:a16="http://schemas.microsoft.com/office/drawing/2014/main" id="{375F0EE2-DB06-4E1C-9F66-EAACEFA99A97}"/>
                    </a:ext>
                  </a:extLst>
                </p:cNvPr>
                <p:cNvSpPr/>
                <p:nvPr/>
              </p:nvSpPr>
              <p:spPr>
                <a:xfrm>
                  <a:off x="4744501" y="2926994"/>
                  <a:ext cx="72212" cy="2394576"/>
                </a:xfrm>
                <a:custGeom>
                  <a:avLst/>
                  <a:gdLst>
                    <a:gd name="connsiteX0" fmla="*/ 0 w 192640"/>
                    <a:gd name="connsiteY0" fmla="*/ 6393351 h 6387957"/>
                    <a:gd name="connsiteX1" fmla="*/ 0 w 192640"/>
                    <a:gd name="connsiteY1" fmla="*/ 0 h 6387957"/>
                    <a:gd name="connsiteX2" fmla="*/ 198034 w 192640"/>
                    <a:gd name="connsiteY2" fmla="*/ 0 h 6387957"/>
                    <a:gd name="connsiteX3" fmla="*/ 198034 w 192640"/>
                    <a:gd name="connsiteY3" fmla="*/ 639335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2640" h="6387957">
                      <a:moveTo>
                        <a:pt x="0" y="6393351"/>
                      </a:moveTo>
                      <a:cubicBezTo>
                        <a:pt x="0" y="4261207"/>
                        <a:pt x="0" y="2132145"/>
                        <a:pt x="0" y="0"/>
                      </a:cubicBezTo>
                      <a:cubicBezTo>
                        <a:pt x="67039" y="0"/>
                        <a:pt x="131766" y="0"/>
                        <a:pt x="198034" y="0"/>
                      </a:cubicBezTo>
                      <a:cubicBezTo>
                        <a:pt x="198034" y="2132145"/>
                        <a:pt x="198034" y="4261207"/>
                        <a:pt x="198034" y="639335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6" name="Freeform: Shape 5">
                  <a:extLst>
                    <a:ext uri="{FF2B5EF4-FFF2-40B4-BE49-F238E27FC236}">
                      <a16:creationId xmlns:a16="http://schemas.microsoft.com/office/drawing/2014/main" id="{175E547C-4DF2-4010-A85D-7C2F6E73C80D}"/>
                    </a:ext>
                  </a:extLst>
                </p:cNvPr>
                <p:cNvSpPr/>
                <p:nvPr/>
              </p:nvSpPr>
              <p:spPr>
                <a:xfrm>
                  <a:off x="4676621" y="2926994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258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2581"/>
                      </a:moveTo>
                      <a:cubicBezTo>
                        <a:pt x="0" y="4261207"/>
                        <a:pt x="0" y="2131374"/>
                        <a:pt x="0" y="0"/>
                      </a:cubicBezTo>
                      <a:cubicBezTo>
                        <a:pt x="34675" y="0"/>
                        <a:pt x="67809" y="0"/>
                        <a:pt x="103255" y="0"/>
                      </a:cubicBezTo>
                      <a:cubicBezTo>
                        <a:pt x="103255" y="2130603"/>
                        <a:pt x="103255" y="4260437"/>
                        <a:pt x="10325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7" name="Freeform: Shape 6">
                  <a:extLst>
                    <a:ext uri="{FF2B5EF4-FFF2-40B4-BE49-F238E27FC236}">
                      <a16:creationId xmlns:a16="http://schemas.microsoft.com/office/drawing/2014/main" id="{3F8BF4F1-A2B9-4C23-BC26-20CA699DD57A}"/>
                    </a:ext>
                  </a:extLst>
                </p:cNvPr>
                <p:cNvSpPr/>
                <p:nvPr/>
              </p:nvSpPr>
              <p:spPr>
                <a:xfrm>
                  <a:off x="5706626" y="2927282"/>
                  <a:ext cx="109764" cy="2394576"/>
                </a:xfrm>
                <a:custGeom>
                  <a:avLst/>
                  <a:gdLst>
                    <a:gd name="connsiteX0" fmla="*/ 0 w 292813"/>
                    <a:gd name="connsiteY0" fmla="*/ 6392581 h 6387957"/>
                    <a:gd name="connsiteX1" fmla="*/ 0 w 292813"/>
                    <a:gd name="connsiteY1" fmla="*/ 0 h 6387957"/>
                    <a:gd name="connsiteX2" fmla="*/ 295125 w 292813"/>
                    <a:gd name="connsiteY2" fmla="*/ 0 h 6387957"/>
                    <a:gd name="connsiteX3" fmla="*/ 295125 w 29281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92813" h="6387957">
                      <a:moveTo>
                        <a:pt x="0" y="6392581"/>
                      </a:moveTo>
                      <a:cubicBezTo>
                        <a:pt x="0" y="4261978"/>
                        <a:pt x="0" y="2132145"/>
                        <a:pt x="0" y="0"/>
                      </a:cubicBezTo>
                      <a:cubicBezTo>
                        <a:pt x="97091" y="0"/>
                        <a:pt x="194952" y="0"/>
                        <a:pt x="295125" y="0"/>
                      </a:cubicBezTo>
                      <a:cubicBezTo>
                        <a:pt x="295125" y="2130603"/>
                        <a:pt x="295125" y="4259666"/>
                        <a:pt x="29512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8" name="Freeform: Shape 7">
                  <a:extLst>
                    <a:ext uri="{FF2B5EF4-FFF2-40B4-BE49-F238E27FC236}">
                      <a16:creationId xmlns:a16="http://schemas.microsoft.com/office/drawing/2014/main" id="{1BB7A337-F067-4346-AD27-97742504B3F6}"/>
                    </a:ext>
                  </a:extLst>
                </p:cNvPr>
                <p:cNvSpPr/>
                <p:nvPr/>
              </p:nvSpPr>
              <p:spPr>
                <a:xfrm>
                  <a:off x="5022376" y="2926994"/>
                  <a:ext cx="75101" cy="2394576"/>
                </a:xfrm>
                <a:custGeom>
                  <a:avLst/>
                  <a:gdLst>
                    <a:gd name="connsiteX0" fmla="*/ 0 w 200346"/>
                    <a:gd name="connsiteY0" fmla="*/ 6392581 h 6387957"/>
                    <a:gd name="connsiteX1" fmla="*/ 0 w 200346"/>
                    <a:gd name="connsiteY1" fmla="*/ 0 h 6387957"/>
                    <a:gd name="connsiteX2" fmla="*/ 201117 w 200346"/>
                    <a:gd name="connsiteY2" fmla="*/ 0 h 6387957"/>
                    <a:gd name="connsiteX3" fmla="*/ 201117 w 200346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00346" h="6387957">
                      <a:moveTo>
                        <a:pt x="0" y="6392581"/>
                      </a:moveTo>
                      <a:cubicBezTo>
                        <a:pt x="0" y="4261207"/>
                        <a:pt x="0" y="2132145"/>
                        <a:pt x="0" y="0"/>
                      </a:cubicBezTo>
                      <a:cubicBezTo>
                        <a:pt x="67039" y="0"/>
                        <a:pt x="133307" y="0"/>
                        <a:pt x="201117" y="0"/>
                      </a:cubicBezTo>
                      <a:cubicBezTo>
                        <a:pt x="201117" y="2131374"/>
                        <a:pt x="201117" y="4260437"/>
                        <a:pt x="201117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9" name="Freeform: Shape 8">
                  <a:extLst>
                    <a:ext uri="{FF2B5EF4-FFF2-40B4-BE49-F238E27FC236}">
                      <a16:creationId xmlns:a16="http://schemas.microsoft.com/office/drawing/2014/main" id="{8E795506-C19E-4D33-8ECE-0DF520B3AEFE}"/>
                    </a:ext>
                  </a:extLst>
                </p:cNvPr>
                <p:cNvSpPr/>
                <p:nvPr/>
              </p:nvSpPr>
              <p:spPr>
                <a:xfrm>
                  <a:off x="4877829" y="2926994"/>
                  <a:ext cx="72212" cy="2394576"/>
                </a:xfrm>
                <a:custGeom>
                  <a:avLst/>
                  <a:gdLst>
                    <a:gd name="connsiteX0" fmla="*/ 0 w 192640"/>
                    <a:gd name="connsiteY0" fmla="*/ 6392581 h 6387957"/>
                    <a:gd name="connsiteX1" fmla="*/ 0 w 192640"/>
                    <a:gd name="connsiteY1" fmla="*/ 0 h 6387957"/>
                    <a:gd name="connsiteX2" fmla="*/ 198805 w 192640"/>
                    <a:gd name="connsiteY2" fmla="*/ 0 h 6387957"/>
                    <a:gd name="connsiteX3" fmla="*/ 198805 w 192640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2640" h="6387957">
                      <a:moveTo>
                        <a:pt x="0" y="6392581"/>
                      </a:moveTo>
                      <a:cubicBezTo>
                        <a:pt x="0" y="4261207"/>
                        <a:pt x="0" y="2131374"/>
                        <a:pt x="0" y="0"/>
                      </a:cubicBezTo>
                      <a:cubicBezTo>
                        <a:pt x="67039" y="0"/>
                        <a:pt x="131766" y="0"/>
                        <a:pt x="198805" y="0"/>
                      </a:cubicBezTo>
                      <a:cubicBezTo>
                        <a:pt x="198805" y="2130603"/>
                        <a:pt x="198805" y="4260437"/>
                        <a:pt x="19880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0" name="Freeform: Shape 9">
                  <a:extLst>
                    <a:ext uri="{FF2B5EF4-FFF2-40B4-BE49-F238E27FC236}">
                      <a16:creationId xmlns:a16="http://schemas.microsoft.com/office/drawing/2014/main" id="{3735ADE9-DFBC-40FF-A853-DDEAE403ED0E}"/>
                    </a:ext>
                  </a:extLst>
                </p:cNvPr>
                <p:cNvSpPr/>
                <p:nvPr/>
              </p:nvSpPr>
              <p:spPr>
                <a:xfrm>
                  <a:off x="4559765" y="2926994"/>
                  <a:ext cx="72212" cy="2394576"/>
                </a:xfrm>
                <a:custGeom>
                  <a:avLst/>
                  <a:gdLst>
                    <a:gd name="connsiteX0" fmla="*/ 0 w 192640"/>
                    <a:gd name="connsiteY0" fmla="*/ 6393351 h 6387957"/>
                    <a:gd name="connsiteX1" fmla="*/ 0 w 192640"/>
                    <a:gd name="connsiteY1" fmla="*/ 0 h 6387957"/>
                    <a:gd name="connsiteX2" fmla="*/ 198034 w 192640"/>
                    <a:gd name="connsiteY2" fmla="*/ 0 h 6387957"/>
                    <a:gd name="connsiteX3" fmla="*/ 198034 w 192640"/>
                    <a:gd name="connsiteY3" fmla="*/ 639335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2640" h="6387957">
                      <a:moveTo>
                        <a:pt x="0" y="6393351"/>
                      </a:moveTo>
                      <a:cubicBezTo>
                        <a:pt x="0" y="4261207"/>
                        <a:pt x="0" y="2132145"/>
                        <a:pt x="0" y="0"/>
                      </a:cubicBezTo>
                      <a:cubicBezTo>
                        <a:pt x="67039" y="0"/>
                        <a:pt x="131766" y="0"/>
                        <a:pt x="198034" y="0"/>
                      </a:cubicBezTo>
                      <a:cubicBezTo>
                        <a:pt x="198034" y="2132145"/>
                        <a:pt x="198034" y="4261207"/>
                        <a:pt x="198034" y="639335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1" name="Freeform: Shape 10">
                  <a:extLst>
                    <a:ext uri="{FF2B5EF4-FFF2-40B4-BE49-F238E27FC236}">
                      <a16:creationId xmlns:a16="http://schemas.microsoft.com/office/drawing/2014/main" id="{45B816DB-E16D-434D-9DDC-1E4BB22E411A}"/>
                    </a:ext>
                  </a:extLst>
                </p:cNvPr>
                <p:cNvSpPr/>
                <p:nvPr/>
              </p:nvSpPr>
              <p:spPr>
                <a:xfrm>
                  <a:off x="4433987" y="2926705"/>
                  <a:ext cx="37550" cy="2567886"/>
                </a:xfrm>
                <a:custGeom>
                  <a:avLst/>
                  <a:gdLst>
                    <a:gd name="connsiteX0" fmla="*/ 0 w 100173"/>
                    <a:gd name="connsiteY0" fmla="*/ 6854918 h 6850294"/>
                    <a:gd name="connsiteX1" fmla="*/ 0 w 100173"/>
                    <a:gd name="connsiteY1" fmla="*/ 0 h 6850294"/>
                    <a:gd name="connsiteX2" fmla="*/ 103255 w 100173"/>
                    <a:gd name="connsiteY2" fmla="*/ 0 h 6850294"/>
                    <a:gd name="connsiteX3" fmla="*/ 103255 w 100173"/>
                    <a:gd name="connsiteY3" fmla="*/ 6854918 h 68502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850294">
                      <a:moveTo>
                        <a:pt x="0" y="6854918"/>
                      </a:moveTo>
                      <a:cubicBezTo>
                        <a:pt x="0" y="4570202"/>
                        <a:pt x="0" y="2286257"/>
                        <a:pt x="0" y="0"/>
                      </a:cubicBezTo>
                      <a:cubicBezTo>
                        <a:pt x="34675" y="0"/>
                        <a:pt x="67809" y="0"/>
                        <a:pt x="103255" y="0"/>
                      </a:cubicBezTo>
                      <a:cubicBezTo>
                        <a:pt x="103255" y="2284716"/>
                        <a:pt x="103255" y="4567891"/>
                        <a:pt x="103255" y="6854918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2" name="Freeform: Shape 11">
                  <a:extLst>
                    <a:ext uri="{FF2B5EF4-FFF2-40B4-BE49-F238E27FC236}">
                      <a16:creationId xmlns:a16="http://schemas.microsoft.com/office/drawing/2014/main" id="{D5D6C9B3-F26D-4538-B939-0107B961839D}"/>
                    </a:ext>
                  </a:extLst>
                </p:cNvPr>
                <p:cNvSpPr/>
                <p:nvPr/>
              </p:nvSpPr>
              <p:spPr>
                <a:xfrm>
                  <a:off x="4366684" y="2927282"/>
                  <a:ext cx="37550" cy="2567886"/>
                </a:xfrm>
                <a:custGeom>
                  <a:avLst/>
                  <a:gdLst>
                    <a:gd name="connsiteX0" fmla="*/ 0 w 100173"/>
                    <a:gd name="connsiteY0" fmla="*/ 6854148 h 6850294"/>
                    <a:gd name="connsiteX1" fmla="*/ 0 w 100173"/>
                    <a:gd name="connsiteY1" fmla="*/ 0 h 6850294"/>
                    <a:gd name="connsiteX2" fmla="*/ 103255 w 100173"/>
                    <a:gd name="connsiteY2" fmla="*/ 0 h 6850294"/>
                    <a:gd name="connsiteX3" fmla="*/ 103255 w 100173"/>
                    <a:gd name="connsiteY3" fmla="*/ 6854918 h 68502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850294">
                      <a:moveTo>
                        <a:pt x="0" y="6854148"/>
                      </a:moveTo>
                      <a:cubicBezTo>
                        <a:pt x="0" y="4569432"/>
                        <a:pt x="0" y="2286257"/>
                        <a:pt x="0" y="0"/>
                      </a:cubicBezTo>
                      <a:cubicBezTo>
                        <a:pt x="33905" y="0"/>
                        <a:pt x="67809" y="0"/>
                        <a:pt x="103255" y="0"/>
                      </a:cubicBezTo>
                      <a:cubicBezTo>
                        <a:pt x="103255" y="2285486"/>
                        <a:pt x="103255" y="4568661"/>
                        <a:pt x="103255" y="6854918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3" name="Freeform: Shape 12">
                  <a:extLst>
                    <a:ext uri="{FF2B5EF4-FFF2-40B4-BE49-F238E27FC236}">
                      <a16:creationId xmlns:a16="http://schemas.microsoft.com/office/drawing/2014/main" id="{EC07D1C9-009A-483F-95D8-AE22DC2CD8D8}"/>
                    </a:ext>
                  </a:extLst>
                </p:cNvPr>
                <p:cNvSpPr/>
                <p:nvPr/>
              </p:nvSpPr>
              <p:spPr>
                <a:xfrm>
                  <a:off x="5957386" y="2926705"/>
                  <a:ext cx="37550" cy="2567886"/>
                </a:xfrm>
                <a:custGeom>
                  <a:avLst/>
                  <a:gdLst>
                    <a:gd name="connsiteX0" fmla="*/ 0 w 100173"/>
                    <a:gd name="connsiteY0" fmla="*/ 6854918 h 6850294"/>
                    <a:gd name="connsiteX1" fmla="*/ 0 w 100173"/>
                    <a:gd name="connsiteY1" fmla="*/ 0 h 6850294"/>
                    <a:gd name="connsiteX2" fmla="*/ 103255 w 100173"/>
                    <a:gd name="connsiteY2" fmla="*/ 0 h 6850294"/>
                    <a:gd name="connsiteX3" fmla="*/ 103255 w 100173"/>
                    <a:gd name="connsiteY3" fmla="*/ 6854918 h 68502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850294">
                      <a:moveTo>
                        <a:pt x="0" y="6854918"/>
                      </a:moveTo>
                      <a:cubicBezTo>
                        <a:pt x="0" y="4570202"/>
                        <a:pt x="0" y="2286257"/>
                        <a:pt x="0" y="0"/>
                      </a:cubicBezTo>
                      <a:cubicBezTo>
                        <a:pt x="34675" y="0"/>
                        <a:pt x="67809" y="0"/>
                        <a:pt x="103255" y="0"/>
                      </a:cubicBezTo>
                      <a:cubicBezTo>
                        <a:pt x="103255" y="2283945"/>
                        <a:pt x="103255" y="4567891"/>
                        <a:pt x="103255" y="6854918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4" name="Freeform: Shape 13">
                  <a:extLst>
                    <a:ext uri="{FF2B5EF4-FFF2-40B4-BE49-F238E27FC236}">
                      <a16:creationId xmlns:a16="http://schemas.microsoft.com/office/drawing/2014/main" id="{F54B353B-E09D-4957-842E-D8AD4D49A921}"/>
                    </a:ext>
                  </a:extLst>
                </p:cNvPr>
                <p:cNvSpPr/>
                <p:nvPr/>
              </p:nvSpPr>
              <p:spPr>
                <a:xfrm>
                  <a:off x="6024689" y="2926127"/>
                  <a:ext cx="37550" cy="2567886"/>
                </a:xfrm>
                <a:custGeom>
                  <a:avLst/>
                  <a:gdLst>
                    <a:gd name="connsiteX0" fmla="*/ 0 w 100173"/>
                    <a:gd name="connsiteY0" fmla="*/ 6857230 h 6850294"/>
                    <a:gd name="connsiteX1" fmla="*/ 0 w 100173"/>
                    <a:gd name="connsiteY1" fmla="*/ 0 h 6850294"/>
                    <a:gd name="connsiteX2" fmla="*/ 52398 w 100173"/>
                    <a:gd name="connsiteY2" fmla="*/ 0 h 6850294"/>
                    <a:gd name="connsiteX3" fmla="*/ 103255 w 100173"/>
                    <a:gd name="connsiteY3" fmla="*/ 0 h 6850294"/>
                    <a:gd name="connsiteX4" fmla="*/ 103255 w 100173"/>
                    <a:gd name="connsiteY4" fmla="*/ 6857230 h 68502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00173" h="6850294">
                      <a:moveTo>
                        <a:pt x="0" y="6857230"/>
                      </a:moveTo>
                      <a:cubicBezTo>
                        <a:pt x="0" y="4572514"/>
                        <a:pt x="0" y="2288569"/>
                        <a:pt x="0" y="0"/>
                      </a:cubicBezTo>
                      <a:cubicBezTo>
                        <a:pt x="17723" y="0"/>
                        <a:pt x="34675" y="0"/>
                        <a:pt x="52398" y="0"/>
                      </a:cubicBezTo>
                      <a:cubicBezTo>
                        <a:pt x="68580" y="0"/>
                        <a:pt x="84762" y="0"/>
                        <a:pt x="103255" y="0"/>
                      </a:cubicBezTo>
                      <a:cubicBezTo>
                        <a:pt x="103255" y="2287798"/>
                        <a:pt x="103255" y="4571743"/>
                        <a:pt x="103255" y="6857230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5" name="Freeform: Shape 14">
                  <a:extLst>
                    <a:ext uri="{FF2B5EF4-FFF2-40B4-BE49-F238E27FC236}">
                      <a16:creationId xmlns:a16="http://schemas.microsoft.com/office/drawing/2014/main" id="{C60F81BD-F891-48DF-8E0D-BDC05CBC7452}"/>
                    </a:ext>
                  </a:extLst>
                </p:cNvPr>
                <p:cNvSpPr/>
                <p:nvPr/>
              </p:nvSpPr>
              <p:spPr>
                <a:xfrm>
                  <a:off x="5890084" y="2926994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2581 h 6387957"/>
                    <a:gd name="connsiteX1" fmla="*/ 0 w 100173"/>
                    <a:gd name="connsiteY1" fmla="*/ 0 h 6387957"/>
                    <a:gd name="connsiteX2" fmla="*/ 101714 w 100173"/>
                    <a:gd name="connsiteY2" fmla="*/ 0 h 6387957"/>
                    <a:gd name="connsiteX3" fmla="*/ 101714 w 10017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2581"/>
                      </a:moveTo>
                      <a:cubicBezTo>
                        <a:pt x="0" y="4262748"/>
                        <a:pt x="0" y="2132145"/>
                        <a:pt x="0" y="0"/>
                      </a:cubicBezTo>
                      <a:cubicBezTo>
                        <a:pt x="33904" y="0"/>
                        <a:pt x="67039" y="0"/>
                        <a:pt x="101714" y="0"/>
                      </a:cubicBezTo>
                      <a:cubicBezTo>
                        <a:pt x="101714" y="2130603"/>
                        <a:pt x="101714" y="4260437"/>
                        <a:pt x="101714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6" name="Freeform: Shape 15">
                  <a:extLst>
                    <a:ext uri="{FF2B5EF4-FFF2-40B4-BE49-F238E27FC236}">
                      <a16:creationId xmlns:a16="http://schemas.microsoft.com/office/drawing/2014/main" id="{09F9B5B4-A975-4BC1-A4E4-F4869117A798}"/>
                    </a:ext>
                  </a:extLst>
                </p:cNvPr>
                <p:cNvSpPr/>
                <p:nvPr/>
              </p:nvSpPr>
              <p:spPr>
                <a:xfrm>
                  <a:off x="6091991" y="2926994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335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335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3351"/>
                      </a:moveTo>
                      <a:cubicBezTo>
                        <a:pt x="0" y="4261978"/>
                        <a:pt x="0" y="2132915"/>
                        <a:pt x="0" y="0"/>
                      </a:cubicBezTo>
                      <a:cubicBezTo>
                        <a:pt x="34675" y="0"/>
                        <a:pt x="67809" y="0"/>
                        <a:pt x="103255" y="0"/>
                      </a:cubicBezTo>
                      <a:cubicBezTo>
                        <a:pt x="103255" y="2131374"/>
                        <a:pt x="103255" y="4261207"/>
                        <a:pt x="103255" y="639335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7" name="Freeform: Shape 16">
                  <a:extLst>
                    <a:ext uri="{FF2B5EF4-FFF2-40B4-BE49-F238E27FC236}">
                      <a16:creationId xmlns:a16="http://schemas.microsoft.com/office/drawing/2014/main" id="{F0F04A50-70C0-4152-B892-712F604BB364}"/>
                    </a:ext>
                  </a:extLst>
                </p:cNvPr>
                <p:cNvSpPr/>
                <p:nvPr/>
              </p:nvSpPr>
              <p:spPr>
                <a:xfrm>
                  <a:off x="7139759" y="2926994"/>
                  <a:ext cx="109764" cy="2394576"/>
                </a:xfrm>
                <a:custGeom>
                  <a:avLst/>
                  <a:gdLst>
                    <a:gd name="connsiteX0" fmla="*/ 0 w 292813"/>
                    <a:gd name="connsiteY0" fmla="*/ 6393351 h 6387957"/>
                    <a:gd name="connsiteX1" fmla="*/ 0 w 292813"/>
                    <a:gd name="connsiteY1" fmla="*/ 0 h 6387957"/>
                    <a:gd name="connsiteX2" fmla="*/ 295125 w 292813"/>
                    <a:gd name="connsiteY2" fmla="*/ 0 h 6387957"/>
                    <a:gd name="connsiteX3" fmla="*/ 295125 w 292813"/>
                    <a:gd name="connsiteY3" fmla="*/ 639335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92813" h="6387957">
                      <a:moveTo>
                        <a:pt x="0" y="6393351"/>
                      </a:moveTo>
                      <a:cubicBezTo>
                        <a:pt x="0" y="4261207"/>
                        <a:pt x="0" y="2131374"/>
                        <a:pt x="0" y="0"/>
                      </a:cubicBezTo>
                      <a:cubicBezTo>
                        <a:pt x="99403" y="0"/>
                        <a:pt x="196493" y="0"/>
                        <a:pt x="295125" y="0"/>
                      </a:cubicBezTo>
                      <a:cubicBezTo>
                        <a:pt x="295125" y="2132145"/>
                        <a:pt x="295125" y="4261207"/>
                        <a:pt x="295125" y="639335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8" name="Freeform: Shape 17">
                  <a:extLst>
                    <a:ext uri="{FF2B5EF4-FFF2-40B4-BE49-F238E27FC236}">
                      <a16:creationId xmlns:a16="http://schemas.microsoft.com/office/drawing/2014/main" id="{71D9C88D-AEA2-48F6-AF2B-D383D97E3535}"/>
                    </a:ext>
                  </a:extLst>
                </p:cNvPr>
                <p:cNvSpPr/>
                <p:nvPr/>
              </p:nvSpPr>
              <p:spPr>
                <a:xfrm>
                  <a:off x="7280788" y="2926994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258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2581"/>
                      </a:moveTo>
                      <a:cubicBezTo>
                        <a:pt x="0" y="4261207"/>
                        <a:pt x="0" y="2131374"/>
                        <a:pt x="0" y="0"/>
                      </a:cubicBezTo>
                      <a:cubicBezTo>
                        <a:pt x="34675" y="0"/>
                        <a:pt x="67809" y="0"/>
                        <a:pt x="103255" y="0"/>
                      </a:cubicBezTo>
                      <a:cubicBezTo>
                        <a:pt x="103255" y="2130603"/>
                        <a:pt x="103255" y="4260437"/>
                        <a:pt x="10325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9" name="Freeform: Shape 18">
                  <a:extLst>
                    <a:ext uri="{FF2B5EF4-FFF2-40B4-BE49-F238E27FC236}">
                      <a16:creationId xmlns:a16="http://schemas.microsoft.com/office/drawing/2014/main" id="{AB8EEA47-0851-4500-8CE0-169E98978C2E}"/>
                    </a:ext>
                  </a:extLst>
                </p:cNvPr>
                <p:cNvSpPr/>
                <p:nvPr/>
              </p:nvSpPr>
              <p:spPr>
                <a:xfrm>
                  <a:off x="7349773" y="2926994"/>
                  <a:ext cx="109764" cy="2394576"/>
                </a:xfrm>
                <a:custGeom>
                  <a:avLst/>
                  <a:gdLst>
                    <a:gd name="connsiteX0" fmla="*/ 0 w 292813"/>
                    <a:gd name="connsiteY0" fmla="*/ 6393351 h 6387957"/>
                    <a:gd name="connsiteX1" fmla="*/ 0 w 292813"/>
                    <a:gd name="connsiteY1" fmla="*/ 0 h 6387957"/>
                    <a:gd name="connsiteX2" fmla="*/ 295125 w 292813"/>
                    <a:gd name="connsiteY2" fmla="*/ 0 h 6387957"/>
                    <a:gd name="connsiteX3" fmla="*/ 295125 w 292813"/>
                    <a:gd name="connsiteY3" fmla="*/ 639335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92813" h="6387957">
                      <a:moveTo>
                        <a:pt x="0" y="6393351"/>
                      </a:moveTo>
                      <a:cubicBezTo>
                        <a:pt x="0" y="4261207"/>
                        <a:pt x="0" y="2132145"/>
                        <a:pt x="0" y="0"/>
                      </a:cubicBezTo>
                      <a:cubicBezTo>
                        <a:pt x="99402" y="0"/>
                        <a:pt x="195722" y="0"/>
                        <a:pt x="295125" y="0"/>
                      </a:cubicBezTo>
                      <a:cubicBezTo>
                        <a:pt x="295125" y="2132145"/>
                        <a:pt x="295125" y="4261207"/>
                        <a:pt x="295125" y="639335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20" name="Freeform: Shape 19">
                  <a:extLst>
                    <a:ext uri="{FF2B5EF4-FFF2-40B4-BE49-F238E27FC236}">
                      <a16:creationId xmlns:a16="http://schemas.microsoft.com/office/drawing/2014/main" id="{99CB024E-C751-4D3B-A1FC-DB08068B1DB8}"/>
                    </a:ext>
                  </a:extLst>
                </p:cNvPr>
                <p:cNvSpPr/>
                <p:nvPr/>
              </p:nvSpPr>
              <p:spPr>
                <a:xfrm>
                  <a:off x="7548511" y="2927282"/>
                  <a:ext cx="41911" cy="2569908"/>
                </a:xfrm>
                <a:custGeom>
                  <a:avLst/>
                  <a:gdLst>
                    <a:gd name="connsiteX0" fmla="*/ 0 w 115584"/>
                    <a:gd name="connsiteY0" fmla="*/ 6753975 h 6850294"/>
                    <a:gd name="connsiteX1" fmla="*/ 13099 w 115584"/>
                    <a:gd name="connsiteY1" fmla="*/ 0 h 6850294"/>
                    <a:gd name="connsiteX2" fmla="*/ 118666 w 115584"/>
                    <a:gd name="connsiteY2" fmla="*/ 0 h 6850294"/>
                    <a:gd name="connsiteX3" fmla="*/ 118666 w 115584"/>
                    <a:gd name="connsiteY3" fmla="*/ 6855688 h 6850294"/>
                    <a:gd name="connsiteX0" fmla="*/ 0 w 111805"/>
                    <a:gd name="connsiteY0" fmla="*/ 6836322 h 6855688"/>
                    <a:gd name="connsiteX1" fmla="*/ 6237 w 111805"/>
                    <a:gd name="connsiteY1" fmla="*/ 0 h 6855688"/>
                    <a:gd name="connsiteX2" fmla="*/ 111804 w 111805"/>
                    <a:gd name="connsiteY2" fmla="*/ 0 h 6855688"/>
                    <a:gd name="connsiteX3" fmla="*/ 111804 w 111805"/>
                    <a:gd name="connsiteY3" fmla="*/ 6855688 h 6855688"/>
                    <a:gd name="connsiteX0" fmla="*/ 0 w 111804"/>
                    <a:gd name="connsiteY0" fmla="*/ 6853478 h 6855688"/>
                    <a:gd name="connsiteX1" fmla="*/ 6237 w 111804"/>
                    <a:gd name="connsiteY1" fmla="*/ 0 h 6855688"/>
                    <a:gd name="connsiteX2" fmla="*/ 111804 w 111804"/>
                    <a:gd name="connsiteY2" fmla="*/ 0 h 6855688"/>
                    <a:gd name="connsiteX3" fmla="*/ 111804 w 111804"/>
                    <a:gd name="connsiteY3" fmla="*/ 6855688 h 68556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11804" h="6855688">
                      <a:moveTo>
                        <a:pt x="0" y="6853478"/>
                      </a:moveTo>
                      <a:cubicBezTo>
                        <a:pt x="14640" y="4603437"/>
                        <a:pt x="3155" y="2253123"/>
                        <a:pt x="6237" y="0"/>
                      </a:cubicBezTo>
                      <a:lnTo>
                        <a:pt x="111804" y="0"/>
                      </a:lnTo>
                      <a:lnTo>
                        <a:pt x="111804" y="6855688"/>
                      </a:ln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21" name="Freeform: Shape 20">
                  <a:extLst>
                    <a:ext uri="{FF2B5EF4-FFF2-40B4-BE49-F238E27FC236}">
                      <a16:creationId xmlns:a16="http://schemas.microsoft.com/office/drawing/2014/main" id="{1BDA8D11-4AAC-43CC-B408-A388F56971AF}"/>
                    </a:ext>
                  </a:extLst>
                </p:cNvPr>
                <p:cNvSpPr/>
                <p:nvPr/>
              </p:nvSpPr>
              <p:spPr>
                <a:xfrm>
                  <a:off x="7485249" y="2926994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258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2581"/>
                      </a:moveTo>
                      <a:cubicBezTo>
                        <a:pt x="0" y="4261207"/>
                        <a:pt x="0" y="2131374"/>
                        <a:pt x="0" y="0"/>
                      </a:cubicBezTo>
                      <a:cubicBezTo>
                        <a:pt x="34675" y="0"/>
                        <a:pt x="67809" y="0"/>
                        <a:pt x="103255" y="0"/>
                      </a:cubicBezTo>
                      <a:cubicBezTo>
                        <a:pt x="103255" y="2130603"/>
                        <a:pt x="103255" y="4260437"/>
                        <a:pt x="10325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22" name="Freeform: Shape 21">
                  <a:extLst>
                    <a:ext uri="{FF2B5EF4-FFF2-40B4-BE49-F238E27FC236}">
                      <a16:creationId xmlns:a16="http://schemas.microsoft.com/office/drawing/2014/main" id="{3EE00667-7B8F-4892-BF72-8EA3745153E0}"/>
                    </a:ext>
                  </a:extLst>
                </p:cNvPr>
                <p:cNvSpPr/>
                <p:nvPr/>
              </p:nvSpPr>
              <p:spPr>
                <a:xfrm>
                  <a:off x="7616134" y="2926994"/>
                  <a:ext cx="28885" cy="2567886"/>
                </a:xfrm>
                <a:custGeom>
                  <a:avLst/>
                  <a:gdLst>
                    <a:gd name="connsiteX0" fmla="*/ 0 w 77056"/>
                    <a:gd name="connsiteY0" fmla="*/ 6854918 h 6850294"/>
                    <a:gd name="connsiteX1" fmla="*/ 0 w 77056"/>
                    <a:gd name="connsiteY1" fmla="*/ 0 h 6850294"/>
                    <a:gd name="connsiteX2" fmla="*/ 78597 w 77056"/>
                    <a:gd name="connsiteY2" fmla="*/ 0 h 6850294"/>
                    <a:gd name="connsiteX3" fmla="*/ 78597 w 77056"/>
                    <a:gd name="connsiteY3" fmla="*/ 6854918 h 68502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7056" h="6850294">
                      <a:moveTo>
                        <a:pt x="0" y="6854918"/>
                      </a:moveTo>
                      <a:cubicBezTo>
                        <a:pt x="0" y="4570202"/>
                        <a:pt x="0" y="2286257"/>
                        <a:pt x="0" y="0"/>
                      </a:cubicBezTo>
                      <a:cubicBezTo>
                        <a:pt x="25428" y="0"/>
                        <a:pt x="50087" y="0"/>
                        <a:pt x="78597" y="0"/>
                      </a:cubicBezTo>
                      <a:cubicBezTo>
                        <a:pt x="78597" y="2283175"/>
                        <a:pt x="78597" y="4566350"/>
                        <a:pt x="78597" y="6854918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23" name="Freeform: Shape 22">
                  <a:extLst>
                    <a:ext uri="{FF2B5EF4-FFF2-40B4-BE49-F238E27FC236}">
                      <a16:creationId xmlns:a16="http://schemas.microsoft.com/office/drawing/2014/main" id="{902A81A6-28D8-4522-B490-B37A255B8416}"/>
                    </a:ext>
                  </a:extLst>
                </p:cNvPr>
                <p:cNvSpPr/>
                <p:nvPr/>
              </p:nvSpPr>
              <p:spPr>
                <a:xfrm>
                  <a:off x="6838507" y="2926994"/>
                  <a:ext cx="109764" cy="2394576"/>
                </a:xfrm>
                <a:custGeom>
                  <a:avLst/>
                  <a:gdLst>
                    <a:gd name="connsiteX0" fmla="*/ 0 w 292813"/>
                    <a:gd name="connsiteY0" fmla="*/ 6393351 h 6387957"/>
                    <a:gd name="connsiteX1" fmla="*/ 0 w 292813"/>
                    <a:gd name="connsiteY1" fmla="*/ 0 h 6387957"/>
                    <a:gd name="connsiteX2" fmla="*/ 295125 w 292813"/>
                    <a:gd name="connsiteY2" fmla="*/ 0 h 6387957"/>
                    <a:gd name="connsiteX3" fmla="*/ 295125 w 292813"/>
                    <a:gd name="connsiteY3" fmla="*/ 639335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92813" h="6387957">
                      <a:moveTo>
                        <a:pt x="0" y="6393351"/>
                      </a:moveTo>
                      <a:cubicBezTo>
                        <a:pt x="0" y="4261207"/>
                        <a:pt x="0" y="2131374"/>
                        <a:pt x="0" y="0"/>
                      </a:cubicBezTo>
                      <a:cubicBezTo>
                        <a:pt x="99403" y="0"/>
                        <a:pt x="196493" y="0"/>
                        <a:pt x="295125" y="0"/>
                      </a:cubicBezTo>
                      <a:cubicBezTo>
                        <a:pt x="295125" y="2132145"/>
                        <a:pt x="295125" y="4261207"/>
                        <a:pt x="295125" y="639335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24" name="Freeform: Shape 23">
                  <a:extLst>
                    <a:ext uri="{FF2B5EF4-FFF2-40B4-BE49-F238E27FC236}">
                      <a16:creationId xmlns:a16="http://schemas.microsoft.com/office/drawing/2014/main" id="{2A569EB6-2490-40DF-9A4A-639E65D35F5C}"/>
                    </a:ext>
                  </a:extLst>
                </p:cNvPr>
                <p:cNvSpPr/>
                <p:nvPr/>
              </p:nvSpPr>
              <p:spPr>
                <a:xfrm>
                  <a:off x="6980994" y="2927282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258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2581"/>
                      </a:moveTo>
                      <a:cubicBezTo>
                        <a:pt x="0" y="4261978"/>
                        <a:pt x="0" y="2132145"/>
                        <a:pt x="0" y="0"/>
                      </a:cubicBezTo>
                      <a:cubicBezTo>
                        <a:pt x="33904" y="0"/>
                        <a:pt x="67809" y="0"/>
                        <a:pt x="103255" y="0"/>
                      </a:cubicBezTo>
                      <a:cubicBezTo>
                        <a:pt x="103255" y="2130603"/>
                        <a:pt x="103255" y="4258895"/>
                        <a:pt x="10325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25" name="Freeform: Shape 24">
                  <a:extLst>
                    <a:ext uri="{FF2B5EF4-FFF2-40B4-BE49-F238E27FC236}">
                      <a16:creationId xmlns:a16="http://schemas.microsoft.com/office/drawing/2014/main" id="{7DC04B7B-FFF7-4CAC-BF2B-7AF98E950FE2}"/>
                    </a:ext>
                  </a:extLst>
                </p:cNvPr>
                <p:cNvSpPr/>
                <p:nvPr/>
              </p:nvSpPr>
              <p:spPr>
                <a:xfrm>
                  <a:off x="7065051" y="2926994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258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2581"/>
                      </a:moveTo>
                      <a:cubicBezTo>
                        <a:pt x="0" y="4261978"/>
                        <a:pt x="0" y="2132145"/>
                        <a:pt x="0" y="0"/>
                      </a:cubicBezTo>
                      <a:cubicBezTo>
                        <a:pt x="33904" y="0"/>
                        <a:pt x="67809" y="0"/>
                        <a:pt x="103255" y="0"/>
                      </a:cubicBezTo>
                      <a:cubicBezTo>
                        <a:pt x="103255" y="2130603"/>
                        <a:pt x="103255" y="4258895"/>
                        <a:pt x="10325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26" name="Freeform: Shape 25">
                  <a:extLst>
                    <a:ext uri="{FF2B5EF4-FFF2-40B4-BE49-F238E27FC236}">
                      <a16:creationId xmlns:a16="http://schemas.microsoft.com/office/drawing/2014/main" id="{99FD279C-9B71-46A5-9519-57C2FDE43882}"/>
                    </a:ext>
                  </a:extLst>
                </p:cNvPr>
                <p:cNvSpPr/>
                <p:nvPr/>
              </p:nvSpPr>
              <p:spPr>
                <a:xfrm>
                  <a:off x="6754449" y="2926127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258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2581"/>
                      </a:moveTo>
                      <a:cubicBezTo>
                        <a:pt x="0" y="4261978"/>
                        <a:pt x="0" y="2132145"/>
                        <a:pt x="0" y="0"/>
                      </a:cubicBezTo>
                      <a:cubicBezTo>
                        <a:pt x="33905" y="0"/>
                        <a:pt x="67810" y="0"/>
                        <a:pt x="103255" y="0"/>
                      </a:cubicBezTo>
                      <a:cubicBezTo>
                        <a:pt x="103255" y="2131374"/>
                        <a:pt x="103255" y="4260436"/>
                        <a:pt x="10325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27" name="Freeform: Shape 26">
                  <a:extLst>
                    <a:ext uri="{FF2B5EF4-FFF2-40B4-BE49-F238E27FC236}">
                      <a16:creationId xmlns:a16="http://schemas.microsoft.com/office/drawing/2014/main" id="{E77F362F-1E3A-429A-8A7A-092562BB2825}"/>
                    </a:ext>
                  </a:extLst>
                </p:cNvPr>
                <p:cNvSpPr/>
                <p:nvPr/>
              </p:nvSpPr>
              <p:spPr>
                <a:xfrm>
                  <a:off x="6334914" y="2927282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335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335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3351"/>
                      </a:moveTo>
                      <a:cubicBezTo>
                        <a:pt x="0" y="4262748"/>
                        <a:pt x="0" y="2132915"/>
                        <a:pt x="0" y="0"/>
                      </a:cubicBezTo>
                      <a:cubicBezTo>
                        <a:pt x="33904" y="0"/>
                        <a:pt x="67809" y="0"/>
                        <a:pt x="103255" y="0"/>
                      </a:cubicBezTo>
                      <a:cubicBezTo>
                        <a:pt x="103255" y="2131374"/>
                        <a:pt x="103255" y="4260436"/>
                        <a:pt x="103255" y="639335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28" name="Freeform: Shape 27">
                  <a:extLst>
                    <a:ext uri="{FF2B5EF4-FFF2-40B4-BE49-F238E27FC236}">
                      <a16:creationId xmlns:a16="http://schemas.microsoft.com/office/drawing/2014/main" id="{BA25F615-E11E-4379-BA54-9819ACDC6FD8}"/>
                    </a:ext>
                  </a:extLst>
                </p:cNvPr>
                <p:cNvSpPr/>
                <p:nvPr/>
              </p:nvSpPr>
              <p:spPr>
                <a:xfrm>
                  <a:off x="6159871" y="2926127"/>
                  <a:ext cx="37550" cy="2397464"/>
                </a:xfrm>
                <a:custGeom>
                  <a:avLst/>
                  <a:gdLst>
                    <a:gd name="connsiteX0" fmla="*/ 0 w 100173"/>
                    <a:gd name="connsiteY0" fmla="*/ 6395663 h 6395662"/>
                    <a:gd name="connsiteX1" fmla="*/ 0 w 100173"/>
                    <a:gd name="connsiteY1" fmla="*/ 0 h 6395662"/>
                    <a:gd name="connsiteX2" fmla="*/ 52398 w 100173"/>
                    <a:gd name="connsiteY2" fmla="*/ 0 h 6395662"/>
                    <a:gd name="connsiteX3" fmla="*/ 103255 w 100173"/>
                    <a:gd name="connsiteY3" fmla="*/ 0 h 6395662"/>
                    <a:gd name="connsiteX4" fmla="*/ 103255 w 100173"/>
                    <a:gd name="connsiteY4" fmla="*/ 6395663 h 63956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00173" h="6395662">
                      <a:moveTo>
                        <a:pt x="0" y="6395663"/>
                      </a:moveTo>
                      <a:cubicBezTo>
                        <a:pt x="0" y="4265060"/>
                        <a:pt x="0" y="2135227"/>
                        <a:pt x="0" y="0"/>
                      </a:cubicBezTo>
                      <a:cubicBezTo>
                        <a:pt x="17723" y="0"/>
                        <a:pt x="34675" y="0"/>
                        <a:pt x="52398" y="0"/>
                      </a:cubicBezTo>
                      <a:cubicBezTo>
                        <a:pt x="68580" y="0"/>
                        <a:pt x="84762" y="0"/>
                        <a:pt x="103255" y="0"/>
                      </a:cubicBezTo>
                      <a:cubicBezTo>
                        <a:pt x="103255" y="2132915"/>
                        <a:pt x="103255" y="4261977"/>
                        <a:pt x="103255" y="6395663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29" name="Freeform: Shape 28">
                  <a:extLst>
                    <a:ext uri="{FF2B5EF4-FFF2-40B4-BE49-F238E27FC236}">
                      <a16:creationId xmlns:a16="http://schemas.microsoft.com/office/drawing/2014/main" id="{43767ECE-21FE-4B4C-89B1-0E19BEADDA56}"/>
                    </a:ext>
                  </a:extLst>
                </p:cNvPr>
                <p:cNvSpPr/>
                <p:nvPr/>
              </p:nvSpPr>
              <p:spPr>
                <a:xfrm>
                  <a:off x="6231712" y="2926127"/>
                  <a:ext cx="72212" cy="2394576"/>
                </a:xfrm>
                <a:custGeom>
                  <a:avLst/>
                  <a:gdLst>
                    <a:gd name="connsiteX0" fmla="*/ 0 w 192640"/>
                    <a:gd name="connsiteY0" fmla="*/ 6392581 h 6387957"/>
                    <a:gd name="connsiteX1" fmla="*/ 0 w 192640"/>
                    <a:gd name="connsiteY1" fmla="*/ 0 h 6387957"/>
                    <a:gd name="connsiteX2" fmla="*/ 198805 w 192640"/>
                    <a:gd name="connsiteY2" fmla="*/ 0 h 6387957"/>
                    <a:gd name="connsiteX3" fmla="*/ 198805 w 192640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2640" h="6387957">
                      <a:moveTo>
                        <a:pt x="0" y="6392581"/>
                      </a:moveTo>
                      <a:cubicBezTo>
                        <a:pt x="0" y="4261207"/>
                        <a:pt x="0" y="2132145"/>
                        <a:pt x="0" y="0"/>
                      </a:cubicBezTo>
                      <a:cubicBezTo>
                        <a:pt x="66268" y="0"/>
                        <a:pt x="131766" y="0"/>
                        <a:pt x="198805" y="0"/>
                      </a:cubicBezTo>
                      <a:cubicBezTo>
                        <a:pt x="198805" y="2131374"/>
                        <a:pt x="198805" y="4261207"/>
                        <a:pt x="19880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30" name="Freeform: Shape 29">
                  <a:extLst>
                    <a:ext uri="{FF2B5EF4-FFF2-40B4-BE49-F238E27FC236}">
                      <a16:creationId xmlns:a16="http://schemas.microsoft.com/office/drawing/2014/main" id="{E117A468-C0B3-46FD-8EC1-6AE134264BA0}"/>
                    </a:ext>
                  </a:extLst>
                </p:cNvPr>
                <p:cNvSpPr/>
                <p:nvPr/>
              </p:nvSpPr>
              <p:spPr>
                <a:xfrm>
                  <a:off x="6598401" y="2927282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258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2581"/>
                      </a:moveTo>
                      <a:cubicBezTo>
                        <a:pt x="0" y="4261207"/>
                        <a:pt x="0" y="2131374"/>
                        <a:pt x="0" y="0"/>
                      </a:cubicBezTo>
                      <a:cubicBezTo>
                        <a:pt x="34675" y="0"/>
                        <a:pt x="67809" y="0"/>
                        <a:pt x="103255" y="0"/>
                      </a:cubicBezTo>
                      <a:cubicBezTo>
                        <a:pt x="103255" y="2130603"/>
                        <a:pt x="103255" y="4260437"/>
                        <a:pt x="10325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31" name="Freeform: Shape 30">
                  <a:extLst>
                    <a:ext uri="{FF2B5EF4-FFF2-40B4-BE49-F238E27FC236}">
                      <a16:creationId xmlns:a16="http://schemas.microsoft.com/office/drawing/2014/main" id="{939B7FCC-CDDF-4A11-A2F1-C8F70FF2EEB4}"/>
                    </a:ext>
                  </a:extLst>
                </p:cNvPr>
                <p:cNvSpPr/>
                <p:nvPr/>
              </p:nvSpPr>
              <p:spPr>
                <a:xfrm>
                  <a:off x="6680669" y="2927282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258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2581"/>
                      </a:moveTo>
                      <a:cubicBezTo>
                        <a:pt x="0" y="4261978"/>
                        <a:pt x="0" y="2132145"/>
                        <a:pt x="0" y="0"/>
                      </a:cubicBezTo>
                      <a:cubicBezTo>
                        <a:pt x="33905" y="0"/>
                        <a:pt x="67810" y="0"/>
                        <a:pt x="103255" y="0"/>
                      </a:cubicBezTo>
                      <a:cubicBezTo>
                        <a:pt x="103255" y="2131374"/>
                        <a:pt x="103255" y="4260436"/>
                        <a:pt x="10325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32" name="Freeform: Shape 31">
                  <a:extLst>
                    <a:ext uri="{FF2B5EF4-FFF2-40B4-BE49-F238E27FC236}">
                      <a16:creationId xmlns:a16="http://schemas.microsoft.com/office/drawing/2014/main" id="{79A45683-A3FC-4243-9523-B723BBD003A1}"/>
                    </a:ext>
                  </a:extLst>
                </p:cNvPr>
                <p:cNvSpPr/>
                <p:nvPr/>
              </p:nvSpPr>
              <p:spPr>
                <a:xfrm>
                  <a:off x="6516134" y="2927282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181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181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1811"/>
                      </a:moveTo>
                      <a:cubicBezTo>
                        <a:pt x="0" y="4261978"/>
                        <a:pt x="0" y="2132145"/>
                        <a:pt x="0" y="0"/>
                      </a:cubicBezTo>
                      <a:cubicBezTo>
                        <a:pt x="33134" y="0"/>
                        <a:pt x="67039" y="0"/>
                        <a:pt x="103255" y="0"/>
                      </a:cubicBezTo>
                      <a:cubicBezTo>
                        <a:pt x="103255" y="2130603"/>
                        <a:pt x="103255" y="4260436"/>
                        <a:pt x="103255" y="639181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33" name="Freeform: Shape 32">
                  <a:extLst>
                    <a:ext uri="{FF2B5EF4-FFF2-40B4-BE49-F238E27FC236}">
                      <a16:creationId xmlns:a16="http://schemas.microsoft.com/office/drawing/2014/main" id="{B40B3F0D-8DF8-4702-99BD-23B1475CD452}"/>
                    </a:ext>
                  </a:extLst>
                </p:cNvPr>
                <p:cNvSpPr/>
                <p:nvPr/>
              </p:nvSpPr>
              <p:spPr>
                <a:xfrm>
                  <a:off x="6399205" y="2927282"/>
                  <a:ext cx="72212" cy="2394576"/>
                </a:xfrm>
                <a:custGeom>
                  <a:avLst/>
                  <a:gdLst>
                    <a:gd name="connsiteX0" fmla="*/ 0 w 192640"/>
                    <a:gd name="connsiteY0" fmla="*/ 6392581 h 6387957"/>
                    <a:gd name="connsiteX1" fmla="*/ 0 w 192640"/>
                    <a:gd name="connsiteY1" fmla="*/ 0 h 6387957"/>
                    <a:gd name="connsiteX2" fmla="*/ 198805 w 192640"/>
                    <a:gd name="connsiteY2" fmla="*/ 0 h 6387957"/>
                    <a:gd name="connsiteX3" fmla="*/ 198805 w 192640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2640" h="6387957">
                      <a:moveTo>
                        <a:pt x="0" y="6392581"/>
                      </a:moveTo>
                      <a:cubicBezTo>
                        <a:pt x="0" y="4261207"/>
                        <a:pt x="0" y="2132145"/>
                        <a:pt x="0" y="0"/>
                      </a:cubicBezTo>
                      <a:cubicBezTo>
                        <a:pt x="66268" y="0"/>
                        <a:pt x="131766" y="0"/>
                        <a:pt x="198805" y="0"/>
                      </a:cubicBezTo>
                      <a:cubicBezTo>
                        <a:pt x="198805" y="2131374"/>
                        <a:pt x="198805" y="4261207"/>
                        <a:pt x="19880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34" name="Freeform: Shape 33">
                  <a:extLst>
                    <a:ext uri="{FF2B5EF4-FFF2-40B4-BE49-F238E27FC236}">
                      <a16:creationId xmlns:a16="http://schemas.microsoft.com/office/drawing/2014/main" id="{0B972A39-D5F1-4DBE-B2F6-AA9010526F16}"/>
                    </a:ext>
                  </a:extLst>
                </p:cNvPr>
                <p:cNvSpPr/>
                <p:nvPr/>
              </p:nvSpPr>
              <p:spPr>
                <a:xfrm>
                  <a:off x="5237391" y="2926127"/>
                  <a:ext cx="144425" cy="2394576"/>
                </a:xfrm>
                <a:custGeom>
                  <a:avLst/>
                  <a:gdLst>
                    <a:gd name="connsiteX0" fmla="*/ 0 w 385280"/>
                    <a:gd name="connsiteY0" fmla="*/ 6393351 h 6387957"/>
                    <a:gd name="connsiteX1" fmla="*/ 0 w 385280"/>
                    <a:gd name="connsiteY1" fmla="*/ 0 h 6387957"/>
                    <a:gd name="connsiteX2" fmla="*/ 387593 w 385280"/>
                    <a:gd name="connsiteY2" fmla="*/ 0 h 6387957"/>
                    <a:gd name="connsiteX3" fmla="*/ 387593 w 385280"/>
                    <a:gd name="connsiteY3" fmla="*/ 639335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85280" h="6387957">
                      <a:moveTo>
                        <a:pt x="0" y="6393351"/>
                      </a:moveTo>
                      <a:cubicBezTo>
                        <a:pt x="0" y="4262748"/>
                        <a:pt x="0" y="2132145"/>
                        <a:pt x="0" y="0"/>
                      </a:cubicBezTo>
                      <a:cubicBezTo>
                        <a:pt x="128684" y="0"/>
                        <a:pt x="256597" y="0"/>
                        <a:pt x="387593" y="0"/>
                      </a:cubicBezTo>
                      <a:cubicBezTo>
                        <a:pt x="387593" y="2130603"/>
                        <a:pt x="387593" y="4261207"/>
                        <a:pt x="387593" y="639335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35" name="Freeform: Shape 34">
                  <a:extLst>
                    <a:ext uri="{FF2B5EF4-FFF2-40B4-BE49-F238E27FC236}">
                      <a16:creationId xmlns:a16="http://schemas.microsoft.com/office/drawing/2014/main" id="{C6F21A28-C5C3-423E-816C-EFF154B420AF}"/>
                    </a:ext>
                  </a:extLst>
                </p:cNvPr>
                <p:cNvSpPr/>
                <p:nvPr/>
              </p:nvSpPr>
              <p:spPr>
                <a:xfrm>
                  <a:off x="5123269" y="2926994"/>
                  <a:ext cx="72212" cy="2394576"/>
                </a:xfrm>
                <a:custGeom>
                  <a:avLst/>
                  <a:gdLst>
                    <a:gd name="connsiteX0" fmla="*/ 0 w 192640"/>
                    <a:gd name="connsiteY0" fmla="*/ 6392581 h 6387957"/>
                    <a:gd name="connsiteX1" fmla="*/ 0 w 192640"/>
                    <a:gd name="connsiteY1" fmla="*/ 0 h 6387957"/>
                    <a:gd name="connsiteX2" fmla="*/ 198805 w 192640"/>
                    <a:gd name="connsiteY2" fmla="*/ 0 h 6387957"/>
                    <a:gd name="connsiteX3" fmla="*/ 198805 w 192640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2640" h="6387957">
                      <a:moveTo>
                        <a:pt x="0" y="6392581"/>
                      </a:moveTo>
                      <a:cubicBezTo>
                        <a:pt x="0" y="4261207"/>
                        <a:pt x="0" y="2132145"/>
                        <a:pt x="0" y="0"/>
                      </a:cubicBezTo>
                      <a:cubicBezTo>
                        <a:pt x="67039" y="0"/>
                        <a:pt x="131766" y="0"/>
                        <a:pt x="198805" y="0"/>
                      </a:cubicBezTo>
                      <a:cubicBezTo>
                        <a:pt x="198805" y="2130603"/>
                        <a:pt x="198805" y="4259666"/>
                        <a:pt x="19880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36" name="Freeform: Shape 35">
                  <a:extLst>
                    <a:ext uri="{FF2B5EF4-FFF2-40B4-BE49-F238E27FC236}">
                      <a16:creationId xmlns:a16="http://schemas.microsoft.com/office/drawing/2014/main" id="{CD2D5180-3504-4AF5-A04B-07F487071B22}"/>
                    </a:ext>
                  </a:extLst>
                </p:cNvPr>
                <p:cNvSpPr/>
                <p:nvPr/>
              </p:nvSpPr>
              <p:spPr>
                <a:xfrm>
                  <a:off x="5611343" y="2927282"/>
                  <a:ext cx="72212" cy="2394576"/>
                </a:xfrm>
                <a:custGeom>
                  <a:avLst/>
                  <a:gdLst>
                    <a:gd name="connsiteX0" fmla="*/ 0 w 192640"/>
                    <a:gd name="connsiteY0" fmla="*/ 6392581 h 6387957"/>
                    <a:gd name="connsiteX1" fmla="*/ 0 w 192640"/>
                    <a:gd name="connsiteY1" fmla="*/ 0 h 6387957"/>
                    <a:gd name="connsiteX2" fmla="*/ 198805 w 192640"/>
                    <a:gd name="connsiteY2" fmla="*/ 0 h 6387957"/>
                    <a:gd name="connsiteX3" fmla="*/ 198805 w 192640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2640" h="6387957">
                      <a:moveTo>
                        <a:pt x="0" y="6392581"/>
                      </a:moveTo>
                      <a:cubicBezTo>
                        <a:pt x="0" y="4261207"/>
                        <a:pt x="0" y="2132145"/>
                        <a:pt x="0" y="0"/>
                      </a:cubicBezTo>
                      <a:cubicBezTo>
                        <a:pt x="66268" y="0"/>
                        <a:pt x="131766" y="0"/>
                        <a:pt x="198805" y="0"/>
                      </a:cubicBezTo>
                      <a:cubicBezTo>
                        <a:pt x="198805" y="2131374"/>
                        <a:pt x="198805" y="4261207"/>
                        <a:pt x="19880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37" name="Freeform: Shape 36">
                  <a:extLst>
                    <a:ext uri="{FF2B5EF4-FFF2-40B4-BE49-F238E27FC236}">
                      <a16:creationId xmlns:a16="http://schemas.microsoft.com/office/drawing/2014/main" id="{6078D920-7771-4459-9280-C4992F522CBA}"/>
                    </a:ext>
                  </a:extLst>
                </p:cNvPr>
                <p:cNvSpPr/>
                <p:nvPr/>
              </p:nvSpPr>
              <p:spPr>
                <a:xfrm>
                  <a:off x="5407259" y="2926994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258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2581"/>
                      </a:moveTo>
                      <a:cubicBezTo>
                        <a:pt x="0" y="4261978"/>
                        <a:pt x="0" y="2132145"/>
                        <a:pt x="0" y="0"/>
                      </a:cubicBezTo>
                      <a:cubicBezTo>
                        <a:pt x="34675" y="0"/>
                        <a:pt x="67810" y="0"/>
                        <a:pt x="103255" y="0"/>
                      </a:cubicBezTo>
                      <a:cubicBezTo>
                        <a:pt x="103255" y="2130603"/>
                        <a:pt x="103255" y="4259666"/>
                        <a:pt x="10325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38" name="Freeform: Shape 37">
                  <a:extLst>
                    <a:ext uri="{FF2B5EF4-FFF2-40B4-BE49-F238E27FC236}">
                      <a16:creationId xmlns:a16="http://schemas.microsoft.com/office/drawing/2014/main" id="{C3F5AF82-D5F9-4252-B824-36671DB16639}"/>
                    </a:ext>
                  </a:extLst>
                </p:cNvPr>
                <p:cNvSpPr/>
                <p:nvPr/>
              </p:nvSpPr>
              <p:spPr>
                <a:xfrm>
                  <a:off x="5470252" y="2926994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258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2581"/>
                      </a:moveTo>
                      <a:cubicBezTo>
                        <a:pt x="0" y="4261978"/>
                        <a:pt x="0" y="2132145"/>
                        <a:pt x="0" y="0"/>
                      </a:cubicBezTo>
                      <a:cubicBezTo>
                        <a:pt x="34675" y="0"/>
                        <a:pt x="67809" y="0"/>
                        <a:pt x="103255" y="0"/>
                      </a:cubicBezTo>
                      <a:cubicBezTo>
                        <a:pt x="103255" y="2130603"/>
                        <a:pt x="103255" y="4259666"/>
                        <a:pt x="10325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39" name="Freeform: Shape 38">
                  <a:extLst>
                    <a:ext uri="{FF2B5EF4-FFF2-40B4-BE49-F238E27FC236}">
                      <a16:creationId xmlns:a16="http://schemas.microsoft.com/office/drawing/2014/main" id="{608790BC-CF74-4127-A790-27CC4E8D7766}"/>
                    </a:ext>
                  </a:extLst>
                </p:cNvPr>
                <p:cNvSpPr/>
                <p:nvPr/>
              </p:nvSpPr>
              <p:spPr>
                <a:xfrm>
                  <a:off x="5533244" y="2926127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258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2581"/>
                      </a:moveTo>
                      <a:cubicBezTo>
                        <a:pt x="0" y="4261978"/>
                        <a:pt x="0" y="2132145"/>
                        <a:pt x="0" y="0"/>
                      </a:cubicBezTo>
                      <a:cubicBezTo>
                        <a:pt x="34675" y="0"/>
                        <a:pt x="67809" y="0"/>
                        <a:pt x="103255" y="0"/>
                      </a:cubicBezTo>
                      <a:cubicBezTo>
                        <a:pt x="103255" y="2130603"/>
                        <a:pt x="103255" y="4259666"/>
                        <a:pt x="10325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</p:grpSp>
        </p:grp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79445F8C-1794-4081-97F9-DDCDE8889481}"/>
                </a:ext>
              </a:extLst>
            </p:cNvPr>
            <p:cNvGrpSpPr/>
            <p:nvPr/>
          </p:nvGrpSpPr>
          <p:grpSpPr>
            <a:xfrm>
              <a:off x="166248" y="6490548"/>
              <a:ext cx="4247655" cy="273466"/>
              <a:chOff x="4366684" y="2926127"/>
              <a:chExt cx="3278335" cy="2571063"/>
            </a:xfrm>
          </p:grpSpPr>
          <p:sp>
            <p:nvSpPr>
              <p:cNvPr id="41" name="Freeform: Shape 4">
                <a:extLst>
                  <a:ext uri="{FF2B5EF4-FFF2-40B4-BE49-F238E27FC236}">
                    <a16:creationId xmlns:a16="http://schemas.microsoft.com/office/drawing/2014/main" id="{74D575C7-16A7-4D8B-BCCC-3A2CC2EAF554}"/>
                  </a:ext>
                </a:extLst>
              </p:cNvPr>
              <p:cNvSpPr/>
              <p:nvPr/>
            </p:nvSpPr>
            <p:spPr>
              <a:xfrm>
                <a:off x="4744501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3351 h 6387957"/>
                  <a:gd name="connsiteX1" fmla="*/ 0 w 192640"/>
                  <a:gd name="connsiteY1" fmla="*/ 0 h 6387957"/>
                  <a:gd name="connsiteX2" fmla="*/ 198034 w 192640"/>
                  <a:gd name="connsiteY2" fmla="*/ 0 h 6387957"/>
                  <a:gd name="connsiteX3" fmla="*/ 198034 w 19264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solidFill>
                <a:schemeClr val="accent5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42" name="Freeform: Shape 5">
                <a:extLst>
                  <a:ext uri="{FF2B5EF4-FFF2-40B4-BE49-F238E27FC236}">
                    <a16:creationId xmlns:a16="http://schemas.microsoft.com/office/drawing/2014/main" id="{F6284352-7A7E-48DA-8B26-7B51CCB5A721}"/>
                  </a:ext>
                </a:extLst>
              </p:cNvPr>
              <p:cNvSpPr/>
              <p:nvPr/>
            </p:nvSpPr>
            <p:spPr>
              <a:xfrm>
                <a:off x="467662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chemeClr val="accent5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43" name="Freeform: Shape 6">
                <a:extLst>
                  <a:ext uri="{FF2B5EF4-FFF2-40B4-BE49-F238E27FC236}">
                    <a16:creationId xmlns:a16="http://schemas.microsoft.com/office/drawing/2014/main" id="{8AB1A5A0-486E-4510-BCA8-845A3DA94D58}"/>
                  </a:ext>
                </a:extLst>
              </p:cNvPr>
              <p:cNvSpPr/>
              <p:nvPr/>
            </p:nvSpPr>
            <p:spPr>
              <a:xfrm>
                <a:off x="5706626" y="2927282"/>
                <a:ext cx="109764" cy="2394576"/>
              </a:xfrm>
              <a:custGeom>
                <a:avLst/>
                <a:gdLst>
                  <a:gd name="connsiteX0" fmla="*/ 0 w 292813"/>
                  <a:gd name="connsiteY0" fmla="*/ 639258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97091" y="0"/>
                      <a:pt x="194952" y="0"/>
                      <a:pt x="295125" y="0"/>
                    </a:cubicBezTo>
                    <a:cubicBezTo>
                      <a:pt x="295125" y="2130603"/>
                      <a:pt x="295125" y="4259666"/>
                      <a:pt x="295125" y="6392581"/>
                    </a:cubicBezTo>
                  </a:path>
                </a:pathLst>
              </a:custGeom>
              <a:solidFill>
                <a:schemeClr val="accent2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44" name="Freeform: Shape 7">
                <a:extLst>
                  <a:ext uri="{FF2B5EF4-FFF2-40B4-BE49-F238E27FC236}">
                    <a16:creationId xmlns:a16="http://schemas.microsoft.com/office/drawing/2014/main" id="{D81590AB-AD28-44BD-8461-22FE3E26E6E0}"/>
                  </a:ext>
                </a:extLst>
              </p:cNvPr>
              <p:cNvSpPr/>
              <p:nvPr/>
            </p:nvSpPr>
            <p:spPr>
              <a:xfrm>
                <a:off x="5022376" y="2926994"/>
                <a:ext cx="75101" cy="2394576"/>
              </a:xfrm>
              <a:custGeom>
                <a:avLst/>
                <a:gdLst>
                  <a:gd name="connsiteX0" fmla="*/ 0 w 200346"/>
                  <a:gd name="connsiteY0" fmla="*/ 6392581 h 6387957"/>
                  <a:gd name="connsiteX1" fmla="*/ 0 w 200346"/>
                  <a:gd name="connsiteY1" fmla="*/ 0 h 6387957"/>
                  <a:gd name="connsiteX2" fmla="*/ 201117 w 200346"/>
                  <a:gd name="connsiteY2" fmla="*/ 0 h 6387957"/>
                  <a:gd name="connsiteX3" fmla="*/ 201117 w 200346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0346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3307" y="0"/>
                      <a:pt x="201117" y="0"/>
                    </a:cubicBezTo>
                    <a:cubicBezTo>
                      <a:pt x="201117" y="2131374"/>
                      <a:pt x="201117" y="4260437"/>
                      <a:pt x="201117" y="6392581"/>
                    </a:cubicBezTo>
                  </a:path>
                </a:pathLst>
              </a:custGeom>
              <a:solidFill>
                <a:schemeClr val="accent4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45" name="Freeform: Shape 8">
                <a:extLst>
                  <a:ext uri="{FF2B5EF4-FFF2-40B4-BE49-F238E27FC236}">
                    <a16:creationId xmlns:a16="http://schemas.microsoft.com/office/drawing/2014/main" id="{C3640730-A67E-4C43-A7C2-B4C32BF965C4}"/>
                  </a:ext>
                </a:extLst>
              </p:cNvPr>
              <p:cNvSpPr/>
              <p:nvPr/>
            </p:nvSpPr>
            <p:spPr>
              <a:xfrm>
                <a:off x="4877829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60437"/>
                      <a:pt x="198805" y="6392581"/>
                    </a:cubicBezTo>
                  </a:path>
                </a:pathLst>
              </a:custGeom>
              <a:solidFill>
                <a:schemeClr val="accent4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46" name="Freeform: Shape 9">
                <a:extLst>
                  <a:ext uri="{FF2B5EF4-FFF2-40B4-BE49-F238E27FC236}">
                    <a16:creationId xmlns:a16="http://schemas.microsoft.com/office/drawing/2014/main" id="{8F91D3B5-0631-4E10-8E8F-A90BDB6CEF8C}"/>
                  </a:ext>
                </a:extLst>
              </p:cNvPr>
              <p:cNvSpPr/>
              <p:nvPr/>
            </p:nvSpPr>
            <p:spPr>
              <a:xfrm>
                <a:off x="4559765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3351 h 6387957"/>
                  <a:gd name="connsiteX1" fmla="*/ 0 w 192640"/>
                  <a:gd name="connsiteY1" fmla="*/ 0 h 6387957"/>
                  <a:gd name="connsiteX2" fmla="*/ 198034 w 192640"/>
                  <a:gd name="connsiteY2" fmla="*/ 0 h 6387957"/>
                  <a:gd name="connsiteX3" fmla="*/ 198034 w 19264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solidFill>
                <a:schemeClr val="accent6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47" name="Freeform: Shape 10">
                <a:extLst>
                  <a:ext uri="{FF2B5EF4-FFF2-40B4-BE49-F238E27FC236}">
                    <a16:creationId xmlns:a16="http://schemas.microsoft.com/office/drawing/2014/main" id="{9833ED5E-247A-4AFE-956E-D90EE783EDB3}"/>
                  </a:ext>
                </a:extLst>
              </p:cNvPr>
              <p:cNvSpPr/>
              <p:nvPr/>
            </p:nvSpPr>
            <p:spPr>
              <a:xfrm>
                <a:off x="4433987" y="2926705"/>
                <a:ext cx="37550" cy="2567886"/>
              </a:xfrm>
              <a:custGeom>
                <a:avLst/>
                <a:gdLst>
                  <a:gd name="connsiteX0" fmla="*/ 0 w 100173"/>
                  <a:gd name="connsiteY0" fmla="*/ 685491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4716"/>
                      <a:pt x="103255" y="4567891"/>
                      <a:pt x="103255" y="6854918"/>
                    </a:cubicBezTo>
                  </a:path>
                </a:pathLst>
              </a:custGeom>
              <a:solidFill>
                <a:schemeClr val="accent6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48" name="Freeform: Shape 11">
                <a:extLst>
                  <a:ext uri="{FF2B5EF4-FFF2-40B4-BE49-F238E27FC236}">
                    <a16:creationId xmlns:a16="http://schemas.microsoft.com/office/drawing/2014/main" id="{E5EC525C-3908-4545-B9F0-C982F2420877}"/>
                  </a:ext>
                </a:extLst>
              </p:cNvPr>
              <p:cNvSpPr/>
              <p:nvPr/>
            </p:nvSpPr>
            <p:spPr>
              <a:xfrm>
                <a:off x="4366684" y="2927282"/>
                <a:ext cx="37550" cy="2567886"/>
              </a:xfrm>
              <a:custGeom>
                <a:avLst/>
                <a:gdLst>
                  <a:gd name="connsiteX0" fmla="*/ 0 w 100173"/>
                  <a:gd name="connsiteY0" fmla="*/ 685414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148"/>
                    </a:moveTo>
                    <a:cubicBezTo>
                      <a:pt x="0" y="4569432"/>
                      <a:pt x="0" y="2286257"/>
                      <a:pt x="0" y="0"/>
                    </a:cubicBezTo>
                    <a:cubicBezTo>
                      <a:pt x="33905" y="0"/>
                      <a:pt x="67809" y="0"/>
                      <a:pt x="103255" y="0"/>
                    </a:cubicBezTo>
                    <a:cubicBezTo>
                      <a:pt x="103255" y="2285486"/>
                      <a:pt x="103255" y="4568661"/>
                      <a:pt x="103255" y="6854918"/>
                    </a:cubicBezTo>
                  </a:path>
                </a:pathLst>
              </a:custGeom>
              <a:solidFill>
                <a:schemeClr val="accent6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49" name="Freeform: Shape 12">
                <a:extLst>
                  <a:ext uri="{FF2B5EF4-FFF2-40B4-BE49-F238E27FC236}">
                    <a16:creationId xmlns:a16="http://schemas.microsoft.com/office/drawing/2014/main" id="{09C432BF-83BF-44C7-8A68-9B35111165C4}"/>
                  </a:ext>
                </a:extLst>
              </p:cNvPr>
              <p:cNvSpPr/>
              <p:nvPr/>
            </p:nvSpPr>
            <p:spPr>
              <a:xfrm>
                <a:off x="5957386" y="2926705"/>
                <a:ext cx="37550" cy="2567886"/>
              </a:xfrm>
              <a:custGeom>
                <a:avLst/>
                <a:gdLst>
                  <a:gd name="connsiteX0" fmla="*/ 0 w 100173"/>
                  <a:gd name="connsiteY0" fmla="*/ 685491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3945"/>
                      <a:pt x="103255" y="4567891"/>
                      <a:pt x="103255" y="6854918"/>
                    </a:cubicBezTo>
                  </a:path>
                </a:pathLst>
              </a:custGeom>
              <a:solidFill>
                <a:schemeClr val="accent6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50" name="Freeform: Shape 13">
                <a:extLst>
                  <a:ext uri="{FF2B5EF4-FFF2-40B4-BE49-F238E27FC236}">
                    <a16:creationId xmlns:a16="http://schemas.microsoft.com/office/drawing/2014/main" id="{4D5F14F6-BD9C-4471-B822-35693E0ECCEE}"/>
                  </a:ext>
                </a:extLst>
              </p:cNvPr>
              <p:cNvSpPr/>
              <p:nvPr/>
            </p:nvSpPr>
            <p:spPr>
              <a:xfrm>
                <a:off x="6024689" y="2926127"/>
                <a:ext cx="37550" cy="2567886"/>
              </a:xfrm>
              <a:custGeom>
                <a:avLst/>
                <a:gdLst>
                  <a:gd name="connsiteX0" fmla="*/ 0 w 100173"/>
                  <a:gd name="connsiteY0" fmla="*/ 6857230 h 6850294"/>
                  <a:gd name="connsiteX1" fmla="*/ 0 w 100173"/>
                  <a:gd name="connsiteY1" fmla="*/ 0 h 6850294"/>
                  <a:gd name="connsiteX2" fmla="*/ 52398 w 100173"/>
                  <a:gd name="connsiteY2" fmla="*/ 0 h 6850294"/>
                  <a:gd name="connsiteX3" fmla="*/ 103255 w 100173"/>
                  <a:gd name="connsiteY3" fmla="*/ 0 h 6850294"/>
                  <a:gd name="connsiteX4" fmla="*/ 103255 w 100173"/>
                  <a:gd name="connsiteY4" fmla="*/ 6857230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173" h="6850294">
                    <a:moveTo>
                      <a:pt x="0" y="6857230"/>
                    </a:moveTo>
                    <a:cubicBezTo>
                      <a:pt x="0" y="4572514"/>
                      <a:pt x="0" y="2288569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287798"/>
                      <a:pt x="103255" y="4571743"/>
                      <a:pt x="103255" y="6857230"/>
                    </a:cubicBezTo>
                  </a:path>
                </a:pathLst>
              </a:custGeom>
              <a:solidFill>
                <a:schemeClr val="accent6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51" name="Freeform: Shape 14">
                <a:extLst>
                  <a:ext uri="{FF2B5EF4-FFF2-40B4-BE49-F238E27FC236}">
                    <a16:creationId xmlns:a16="http://schemas.microsoft.com/office/drawing/2014/main" id="{35B6ED53-E8E4-4DE2-BE76-D07542427D91}"/>
                  </a:ext>
                </a:extLst>
              </p:cNvPr>
              <p:cNvSpPr/>
              <p:nvPr/>
            </p:nvSpPr>
            <p:spPr>
              <a:xfrm>
                <a:off x="5890084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1714 w 100173"/>
                  <a:gd name="connsiteY2" fmla="*/ 0 h 6387957"/>
                  <a:gd name="connsiteX3" fmla="*/ 101714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33904" y="0"/>
                      <a:pt x="67039" y="0"/>
                      <a:pt x="101714" y="0"/>
                    </a:cubicBezTo>
                    <a:cubicBezTo>
                      <a:pt x="101714" y="2130603"/>
                      <a:pt x="101714" y="4260437"/>
                      <a:pt x="101714" y="6392581"/>
                    </a:cubicBezTo>
                  </a:path>
                </a:pathLst>
              </a:custGeom>
              <a:solidFill>
                <a:schemeClr val="accent6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52" name="Freeform: Shape 15">
                <a:extLst>
                  <a:ext uri="{FF2B5EF4-FFF2-40B4-BE49-F238E27FC236}">
                    <a16:creationId xmlns:a16="http://schemas.microsoft.com/office/drawing/2014/main" id="{A8A97A24-DC2C-49EC-B707-A0A7A527B0A9}"/>
                  </a:ext>
                </a:extLst>
              </p:cNvPr>
              <p:cNvSpPr/>
              <p:nvPr/>
            </p:nvSpPr>
            <p:spPr>
              <a:xfrm>
                <a:off x="609199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335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3351"/>
                    </a:moveTo>
                    <a:cubicBezTo>
                      <a:pt x="0" y="4261978"/>
                      <a:pt x="0" y="213291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1374"/>
                      <a:pt x="103255" y="4261207"/>
                      <a:pt x="103255" y="6393351"/>
                    </a:cubicBezTo>
                  </a:path>
                </a:pathLst>
              </a:custGeom>
              <a:solidFill>
                <a:schemeClr val="accent6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53" name="Freeform: Shape 16">
                <a:extLst>
                  <a:ext uri="{FF2B5EF4-FFF2-40B4-BE49-F238E27FC236}">
                    <a16:creationId xmlns:a16="http://schemas.microsoft.com/office/drawing/2014/main" id="{4ED0FC69-47AA-4FC9-8D08-3147EA5A1734}"/>
                  </a:ext>
                </a:extLst>
              </p:cNvPr>
              <p:cNvSpPr/>
              <p:nvPr/>
            </p:nvSpPr>
            <p:spPr>
              <a:xfrm>
                <a:off x="7139759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chemeClr val="accent2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54" name="Freeform: Shape 17">
                <a:extLst>
                  <a:ext uri="{FF2B5EF4-FFF2-40B4-BE49-F238E27FC236}">
                    <a16:creationId xmlns:a16="http://schemas.microsoft.com/office/drawing/2014/main" id="{2757EAE5-8C6A-452C-9A4B-7A71BBF68BB8}"/>
                  </a:ext>
                </a:extLst>
              </p:cNvPr>
              <p:cNvSpPr/>
              <p:nvPr/>
            </p:nvSpPr>
            <p:spPr>
              <a:xfrm>
                <a:off x="7280788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chemeClr val="accent2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55" name="Freeform: Shape 18">
                <a:extLst>
                  <a:ext uri="{FF2B5EF4-FFF2-40B4-BE49-F238E27FC236}">
                    <a16:creationId xmlns:a16="http://schemas.microsoft.com/office/drawing/2014/main" id="{9A398514-6CBA-493F-8416-AE84CB3E34D9}"/>
                  </a:ext>
                </a:extLst>
              </p:cNvPr>
              <p:cNvSpPr/>
              <p:nvPr/>
            </p:nvSpPr>
            <p:spPr>
              <a:xfrm>
                <a:off x="7349773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99402" y="0"/>
                      <a:pt x="195722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chemeClr val="accent1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56" name="Freeform: Shape 19">
                <a:extLst>
                  <a:ext uri="{FF2B5EF4-FFF2-40B4-BE49-F238E27FC236}">
                    <a16:creationId xmlns:a16="http://schemas.microsoft.com/office/drawing/2014/main" id="{248BDF24-2CD8-4F98-A671-38A09AFC3B84}"/>
                  </a:ext>
                </a:extLst>
              </p:cNvPr>
              <p:cNvSpPr/>
              <p:nvPr/>
            </p:nvSpPr>
            <p:spPr>
              <a:xfrm>
                <a:off x="7548511" y="2927282"/>
                <a:ext cx="41911" cy="2569908"/>
              </a:xfrm>
              <a:custGeom>
                <a:avLst/>
                <a:gdLst>
                  <a:gd name="connsiteX0" fmla="*/ 0 w 115584"/>
                  <a:gd name="connsiteY0" fmla="*/ 6753975 h 6850294"/>
                  <a:gd name="connsiteX1" fmla="*/ 13099 w 115584"/>
                  <a:gd name="connsiteY1" fmla="*/ 0 h 6850294"/>
                  <a:gd name="connsiteX2" fmla="*/ 118666 w 115584"/>
                  <a:gd name="connsiteY2" fmla="*/ 0 h 6850294"/>
                  <a:gd name="connsiteX3" fmla="*/ 118666 w 115584"/>
                  <a:gd name="connsiteY3" fmla="*/ 6855688 h 6850294"/>
                  <a:gd name="connsiteX0" fmla="*/ 0 w 111805"/>
                  <a:gd name="connsiteY0" fmla="*/ 6836322 h 6855688"/>
                  <a:gd name="connsiteX1" fmla="*/ 6237 w 111805"/>
                  <a:gd name="connsiteY1" fmla="*/ 0 h 6855688"/>
                  <a:gd name="connsiteX2" fmla="*/ 111804 w 111805"/>
                  <a:gd name="connsiteY2" fmla="*/ 0 h 6855688"/>
                  <a:gd name="connsiteX3" fmla="*/ 111804 w 111805"/>
                  <a:gd name="connsiteY3" fmla="*/ 6855688 h 6855688"/>
                  <a:gd name="connsiteX0" fmla="*/ 0 w 111804"/>
                  <a:gd name="connsiteY0" fmla="*/ 6853478 h 6855688"/>
                  <a:gd name="connsiteX1" fmla="*/ 6237 w 111804"/>
                  <a:gd name="connsiteY1" fmla="*/ 0 h 6855688"/>
                  <a:gd name="connsiteX2" fmla="*/ 111804 w 111804"/>
                  <a:gd name="connsiteY2" fmla="*/ 0 h 6855688"/>
                  <a:gd name="connsiteX3" fmla="*/ 111804 w 111804"/>
                  <a:gd name="connsiteY3" fmla="*/ 6855688 h 68556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1804" h="6855688">
                    <a:moveTo>
                      <a:pt x="0" y="6853478"/>
                    </a:moveTo>
                    <a:cubicBezTo>
                      <a:pt x="14640" y="4603437"/>
                      <a:pt x="3155" y="2253123"/>
                      <a:pt x="6237" y="0"/>
                    </a:cubicBezTo>
                    <a:lnTo>
                      <a:pt x="111804" y="0"/>
                    </a:lnTo>
                    <a:lnTo>
                      <a:pt x="111804" y="6855688"/>
                    </a:lnTo>
                  </a:path>
                </a:pathLst>
              </a:custGeom>
              <a:solidFill>
                <a:schemeClr val="accent1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57" name="Freeform: Shape 20">
                <a:extLst>
                  <a:ext uri="{FF2B5EF4-FFF2-40B4-BE49-F238E27FC236}">
                    <a16:creationId xmlns:a16="http://schemas.microsoft.com/office/drawing/2014/main" id="{7984C3E4-7628-40C8-85CA-E19FCBCEF3F1}"/>
                  </a:ext>
                </a:extLst>
              </p:cNvPr>
              <p:cNvSpPr/>
              <p:nvPr/>
            </p:nvSpPr>
            <p:spPr>
              <a:xfrm>
                <a:off x="7485249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chemeClr val="accent1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58" name="Freeform: Shape 21">
                <a:extLst>
                  <a:ext uri="{FF2B5EF4-FFF2-40B4-BE49-F238E27FC236}">
                    <a16:creationId xmlns:a16="http://schemas.microsoft.com/office/drawing/2014/main" id="{8C53762C-C9DB-488B-A6C3-D2EF997D4824}"/>
                  </a:ext>
                </a:extLst>
              </p:cNvPr>
              <p:cNvSpPr/>
              <p:nvPr/>
            </p:nvSpPr>
            <p:spPr>
              <a:xfrm>
                <a:off x="7616134" y="2926994"/>
                <a:ext cx="28885" cy="2567886"/>
              </a:xfrm>
              <a:custGeom>
                <a:avLst/>
                <a:gdLst>
                  <a:gd name="connsiteX0" fmla="*/ 0 w 77056"/>
                  <a:gd name="connsiteY0" fmla="*/ 6854918 h 6850294"/>
                  <a:gd name="connsiteX1" fmla="*/ 0 w 77056"/>
                  <a:gd name="connsiteY1" fmla="*/ 0 h 6850294"/>
                  <a:gd name="connsiteX2" fmla="*/ 78597 w 77056"/>
                  <a:gd name="connsiteY2" fmla="*/ 0 h 6850294"/>
                  <a:gd name="connsiteX3" fmla="*/ 78597 w 77056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056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25428" y="0"/>
                      <a:pt x="50087" y="0"/>
                      <a:pt x="78597" y="0"/>
                    </a:cubicBezTo>
                    <a:cubicBezTo>
                      <a:pt x="78597" y="2283175"/>
                      <a:pt x="78597" y="4566350"/>
                      <a:pt x="78597" y="6854918"/>
                    </a:cubicBezTo>
                  </a:path>
                </a:pathLst>
              </a:custGeom>
              <a:solidFill>
                <a:schemeClr val="accent1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59" name="Freeform: Shape 22">
                <a:extLst>
                  <a:ext uri="{FF2B5EF4-FFF2-40B4-BE49-F238E27FC236}">
                    <a16:creationId xmlns:a16="http://schemas.microsoft.com/office/drawing/2014/main" id="{1A8ED041-2586-48E4-ACBE-6C2ED338E966}"/>
                  </a:ext>
                </a:extLst>
              </p:cNvPr>
              <p:cNvSpPr/>
              <p:nvPr/>
            </p:nvSpPr>
            <p:spPr>
              <a:xfrm>
                <a:off x="6838507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chemeClr val="accent3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60" name="Freeform: Shape 23">
                <a:extLst>
                  <a:ext uri="{FF2B5EF4-FFF2-40B4-BE49-F238E27FC236}">
                    <a16:creationId xmlns:a16="http://schemas.microsoft.com/office/drawing/2014/main" id="{E2E2C08D-AFC1-4D38-B19D-ECAA791E7E03}"/>
                  </a:ext>
                </a:extLst>
              </p:cNvPr>
              <p:cNvSpPr/>
              <p:nvPr/>
            </p:nvSpPr>
            <p:spPr>
              <a:xfrm>
                <a:off x="698099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solidFill>
                <a:schemeClr val="accent3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61" name="Freeform: Shape 24">
                <a:extLst>
                  <a:ext uri="{FF2B5EF4-FFF2-40B4-BE49-F238E27FC236}">
                    <a16:creationId xmlns:a16="http://schemas.microsoft.com/office/drawing/2014/main" id="{53B015E2-EB41-454F-B249-A3924B2C56A7}"/>
                  </a:ext>
                </a:extLst>
              </p:cNvPr>
              <p:cNvSpPr/>
              <p:nvPr/>
            </p:nvSpPr>
            <p:spPr>
              <a:xfrm>
                <a:off x="706505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solidFill>
                <a:schemeClr val="accent3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62" name="Freeform: Shape 25">
                <a:extLst>
                  <a:ext uri="{FF2B5EF4-FFF2-40B4-BE49-F238E27FC236}">
                    <a16:creationId xmlns:a16="http://schemas.microsoft.com/office/drawing/2014/main" id="{018D5BE2-ED44-4289-8EFA-42F5721FBB85}"/>
                  </a:ext>
                </a:extLst>
              </p:cNvPr>
              <p:cNvSpPr/>
              <p:nvPr/>
            </p:nvSpPr>
            <p:spPr>
              <a:xfrm>
                <a:off x="6754449" y="2926127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solidFill>
                <a:schemeClr val="accent3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63" name="Freeform: Shape 26">
                <a:extLst>
                  <a:ext uri="{FF2B5EF4-FFF2-40B4-BE49-F238E27FC236}">
                    <a16:creationId xmlns:a16="http://schemas.microsoft.com/office/drawing/2014/main" id="{FEBA9FA3-A7E2-4C7A-A66C-36068833FD70}"/>
                  </a:ext>
                </a:extLst>
              </p:cNvPr>
              <p:cNvSpPr/>
              <p:nvPr/>
            </p:nvSpPr>
            <p:spPr>
              <a:xfrm>
                <a:off x="633491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335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3351"/>
                    </a:moveTo>
                    <a:cubicBezTo>
                      <a:pt x="0" y="4262748"/>
                      <a:pt x="0" y="213291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1374"/>
                      <a:pt x="103255" y="4260436"/>
                      <a:pt x="103255" y="6393351"/>
                    </a:cubicBezTo>
                  </a:path>
                </a:pathLst>
              </a:custGeom>
              <a:solidFill>
                <a:schemeClr val="accent5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64" name="Freeform: Shape 27">
                <a:extLst>
                  <a:ext uri="{FF2B5EF4-FFF2-40B4-BE49-F238E27FC236}">
                    <a16:creationId xmlns:a16="http://schemas.microsoft.com/office/drawing/2014/main" id="{DCE49181-A192-4FDD-8E4A-6CE1DB81A373}"/>
                  </a:ext>
                </a:extLst>
              </p:cNvPr>
              <p:cNvSpPr/>
              <p:nvPr/>
            </p:nvSpPr>
            <p:spPr>
              <a:xfrm>
                <a:off x="6159871" y="2926127"/>
                <a:ext cx="37550" cy="2397464"/>
              </a:xfrm>
              <a:custGeom>
                <a:avLst/>
                <a:gdLst>
                  <a:gd name="connsiteX0" fmla="*/ 0 w 100173"/>
                  <a:gd name="connsiteY0" fmla="*/ 6395663 h 6395662"/>
                  <a:gd name="connsiteX1" fmla="*/ 0 w 100173"/>
                  <a:gd name="connsiteY1" fmla="*/ 0 h 6395662"/>
                  <a:gd name="connsiteX2" fmla="*/ 52398 w 100173"/>
                  <a:gd name="connsiteY2" fmla="*/ 0 h 6395662"/>
                  <a:gd name="connsiteX3" fmla="*/ 103255 w 100173"/>
                  <a:gd name="connsiteY3" fmla="*/ 0 h 6395662"/>
                  <a:gd name="connsiteX4" fmla="*/ 103255 w 100173"/>
                  <a:gd name="connsiteY4" fmla="*/ 6395663 h 63956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173" h="6395662">
                    <a:moveTo>
                      <a:pt x="0" y="6395663"/>
                    </a:moveTo>
                    <a:cubicBezTo>
                      <a:pt x="0" y="4265060"/>
                      <a:pt x="0" y="2135227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132915"/>
                      <a:pt x="103255" y="4261977"/>
                      <a:pt x="103255" y="6395663"/>
                    </a:cubicBezTo>
                  </a:path>
                </a:pathLst>
              </a:custGeom>
              <a:solidFill>
                <a:schemeClr val="accent5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65" name="Freeform: Shape 28">
                <a:extLst>
                  <a:ext uri="{FF2B5EF4-FFF2-40B4-BE49-F238E27FC236}">
                    <a16:creationId xmlns:a16="http://schemas.microsoft.com/office/drawing/2014/main" id="{08B99DFA-675D-47CD-AAA5-48F4B7263F7F}"/>
                  </a:ext>
                </a:extLst>
              </p:cNvPr>
              <p:cNvSpPr/>
              <p:nvPr/>
            </p:nvSpPr>
            <p:spPr>
              <a:xfrm>
                <a:off x="6231712" y="2926127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chemeClr val="accent5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66" name="Freeform: Shape 29">
                <a:extLst>
                  <a:ext uri="{FF2B5EF4-FFF2-40B4-BE49-F238E27FC236}">
                    <a16:creationId xmlns:a16="http://schemas.microsoft.com/office/drawing/2014/main" id="{A3A52561-2F81-45D4-BB63-98DD6D95E5E9}"/>
                  </a:ext>
                </a:extLst>
              </p:cNvPr>
              <p:cNvSpPr/>
              <p:nvPr/>
            </p:nvSpPr>
            <p:spPr>
              <a:xfrm>
                <a:off x="6598401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chemeClr val="accent4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67" name="Freeform: Shape 30">
                <a:extLst>
                  <a:ext uri="{FF2B5EF4-FFF2-40B4-BE49-F238E27FC236}">
                    <a16:creationId xmlns:a16="http://schemas.microsoft.com/office/drawing/2014/main" id="{53780AFD-C7BF-438C-8ACF-ADB70736488F}"/>
                  </a:ext>
                </a:extLst>
              </p:cNvPr>
              <p:cNvSpPr/>
              <p:nvPr/>
            </p:nvSpPr>
            <p:spPr>
              <a:xfrm>
                <a:off x="6680669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solidFill>
                <a:schemeClr val="accent4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68" name="Freeform: Shape 31">
                <a:extLst>
                  <a:ext uri="{FF2B5EF4-FFF2-40B4-BE49-F238E27FC236}">
                    <a16:creationId xmlns:a16="http://schemas.microsoft.com/office/drawing/2014/main" id="{D1DA5EF5-6153-4FA1-B3B6-C7EA4D7C45C7}"/>
                  </a:ext>
                </a:extLst>
              </p:cNvPr>
              <p:cNvSpPr/>
              <p:nvPr/>
            </p:nvSpPr>
            <p:spPr>
              <a:xfrm>
                <a:off x="651613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181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181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181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134" y="0"/>
                      <a:pt x="67039" y="0"/>
                      <a:pt x="103255" y="0"/>
                    </a:cubicBezTo>
                    <a:cubicBezTo>
                      <a:pt x="103255" y="2130603"/>
                      <a:pt x="103255" y="4260436"/>
                      <a:pt x="103255" y="6391811"/>
                    </a:cubicBezTo>
                  </a:path>
                </a:pathLst>
              </a:custGeom>
              <a:solidFill>
                <a:schemeClr val="accent4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69" name="Freeform: Shape 32">
                <a:extLst>
                  <a:ext uri="{FF2B5EF4-FFF2-40B4-BE49-F238E27FC236}">
                    <a16:creationId xmlns:a16="http://schemas.microsoft.com/office/drawing/2014/main" id="{F80C8E45-AA03-497B-9ABE-2E9B8BC26557}"/>
                  </a:ext>
                </a:extLst>
              </p:cNvPr>
              <p:cNvSpPr/>
              <p:nvPr/>
            </p:nvSpPr>
            <p:spPr>
              <a:xfrm>
                <a:off x="6399205" y="2927282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chemeClr val="accent4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70" name="Freeform: Shape 33">
                <a:extLst>
                  <a:ext uri="{FF2B5EF4-FFF2-40B4-BE49-F238E27FC236}">
                    <a16:creationId xmlns:a16="http://schemas.microsoft.com/office/drawing/2014/main" id="{B33154AB-DAF1-4E1D-AED0-2C8B79C6FE97}"/>
                  </a:ext>
                </a:extLst>
              </p:cNvPr>
              <p:cNvSpPr/>
              <p:nvPr/>
            </p:nvSpPr>
            <p:spPr>
              <a:xfrm>
                <a:off x="5237391" y="2926127"/>
                <a:ext cx="144425" cy="2394576"/>
              </a:xfrm>
              <a:custGeom>
                <a:avLst/>
                <a:gdLst>
                  <a:gd name="connsiteX0" fmla="*/ 0 w 385280"/>
                  <a:gd name="connsiteY0" fmla="*/ 6393351 h 6387957"/>
                  <a:gd name="connsiteX1" fmla="*/ 0 w 385280"/>
                  <a:gd name="connsiteY1" fmla="*/ 0 h 6387957"/>
                  <a:gd name="connsiteX2" fmla="*/ 387593 w 385280"/>
                  <a:gd name="connsiteY2" fmla="*/ 0 h 6387957"/>
                  <a:gd name="connsiteX3" fmla="*/ 387593 w 38528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5280" h="6387957">
                    <a:moveTo>
                      <a:pt x="0" y="639335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128684" y="0"/>
                      <a:pt x="256597" y="0"/>
                      <a:pt x="387593" y="0"/>
                    </a:cubicBezTo>
                    <a:cubicBezTo>
                      <a:pt x="387593" y="2130603"/>
                      <a:pt x="387593" y="4261207"/>
                      <a:pt x="387593" y="6393351"/>
                    </a:cubicBezTo>
                  </a:path>
                </a:pathLst>
              </a:custGeom>
              <a:solidFill>
                <a:schemeClr val="accent3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71" name="Freeform: Shape 34">
                <a:extLst>
                  <a:ext uri="{FF2B5EF4-FFF2-40B4-BE49-F238E27FC236}">
                    <a16:creationId xmlns:a16="http://schemas.microsoft.com/office/drawing/2014/main" id="{6E905E38-B653-4270-89DB-6739B8AED375}"/>
                  </a:ext>
                </a:extLst>
              </p:cNvPr>
              <p:cNvSpPr/>
              <p:nvPr/>
            </p:nvSpPr>
            <p:spPr>
              <a:xfrm>
                <a:off x="5123269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59666"/>
                      <a:pt x="198805" y="6392581"/>
                    </a:cubicBezTo>
                  </a:path>
                </a:pathLst>
              </a:custGeom>
              <a:solidFill>
                <a:schemeClr val="accent3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72" name="Freeform: Shape 35">
                <a:extLst>
                  <a:ext uri="{FF2B5EF4-FFF2-40B4-BE49-F238E27FC236}">
                    <a16:creationId xmlns:a16="http://schemas.microsoft.com/office/drawing/2014/main" id="{C46E5A34-F6FC-40B7-8BD9-CA4870D3EACB}"/>
                  </a:ext>
                </a:extLst>
              </p:cNvPr>
              <p:cNvSpPr/>
              <p:nvPr/>
            </p:nvSpPr>
            <p:spPr>
              <a:xfrm>
                <a:off x="5611343" y="2927282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chemeClr val="accent3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73" name="Freeform: Shape 36">
                <a:extLst>
                  <a:ext uri="{FF2B5EF4-FFF2-40B4-BE49-F238E27FC236}">
                    <a16:creationId xmlns:a16="http://schemas.microsoft.com/office/drawing/2014/main" id="{5FA3DBA7-F8ED-45A6-819E-A85FBC355BCB}"/>
                  </a:ext>
                </a:extLst>
              </p:cNvPr>
              <p:cNvSpPr/>
              <p:nvPr/>
            </p:nvSpPr>
            <p:spPr>
              <a:xfrm>
                <a:off x="5407259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10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chemeClr val="accent3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74" name="Freeform: Shape 37">
                <a:extLst>
                  <a:ext uri="{FF2B5EF4-FFF2-40B4-BE49-F238E27FC236}">
                    <a16:creationId xmlns:a16="http://schemas.microsoft.com/office/drawing/2014/main" id="{6D4897DB-997C-4440-9C15-09B6C34994D1}"/>
                  </a:ext>
                </a:extLst>
              </p:cNvPr>
              <p:cNvSpPr/>
              <p:nvPr/>
            </p:nvSpPr>
            <p:spPr>
              <a:xfrm>
                <a:off x="5470252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chemeClr val="accent3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75" name="Freeform: Shape 38">
                <a:extLst>
                  <a:ext uri="{FF2B5EF4-FFF2-40B4-BE49-F238E27FC236}">
                    <a16:creationId xmlns:a16="http://schemas.microsoft.com/office/drawing/2014/main" id="{60C5513F-881C-4B26-9ADB-6A46166CB483}"/>
                  </a:ext>
                </a:extLst>
              </p:cNvPr>
              <p:cNvSpPr/>
              <p:nvPr/>
            </p:nvSpPr>
            <p:spPr>
              <a:xfrm>
                <a:off x="5533244" y="2926127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chemeClr val="accent3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</p:grp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621D202A-5DDC-4586-837E-E89610285CC9}"/>
                </a:ext>
              </a:extLst>
            </p:cNvPr>
            <p:cNvSpPr/>
            <p:nvPr/>
          </p:nvSpPr>
          <p:spPr>
            <a:xfrm>
              <a:off x="0" y="-699"/>
              <a:ext cx="12191999" cy="646331"/>
            </a:xfrm>
            <a:prstGeom prst="rect">
              <a:avLst/>
            </a:prstGeom>
            <a:solidFill>
              <a:schemeClr val="bg1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algn="ctr"/>
              <a:endParaRPr lang="ko-KR" altLang="en-US" sz="3600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itchFamily="18" charset="0"/>
              </a:endParaRPr>
            </a:p>
          </p:txBody>
        </p:sp>
        <p:pic>
          <p:nvPicPr>
            <p:cNvPr id="77" name="Picture 76">
              <a:extLst>
                <a:ext uri="{FF2B5EF4-FFF2-40B4-BE49-F238E27FC236}">
                  <a16:creationId xmlns:a16="http://schemas.microsoft.com/office/drawing/2014/main" id="{C10207E4-A41E-4E56-9165-4F7135FB076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587" y="34941"/>
              <a:ext cx="1343005" cy="575049"/>
            </a:xfrm>
            <a:prstGeom prst="rect">
              <a:avLst/>
            </a:prstGeom>
          </p:spPr>
        </p:pic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8C098857-E541-4069-B9EA-AF75614C0ABE}"/>
                </a:ext>
              </a:extLst>
            </p:cNvPr>
            <p:cNvSpPr txBox="1"/>
            <p:nvPr/>
          </p:nvSpPr>
          <p:spPr>
            <a:xfrm>
              <a:off x="3258798" y="84039"/>
              <a:ext cx="5674404" cy="5480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15000"/>
                </a:lnSpc>
                <a:spcAft>
                  <a:spcPts val="800"/>
                </a:spcAft>
              </a:pPr>
              <a:endParaRPr lang="en-US" sz="2800" b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80" name="TextBox 79">
            <a:extLst>
              <a:ext uri="{FF2B5EF4-FFF2-40B4-BE49-F238E27FC236}">
                <a16:creationId xmlns:a16="http://schemas.microsoft.com/office/drawing/2014/main" id="{85E38DEB-3B5C-83D4-4A4E-BD1738ADF386}"/>
              </a:ext>
            </a:extLst>
          </p:cNvPr>
          <p:cNvSpPr txBox="1"/>
          <p:nvPr/>
        </p:nvSpPr>
        <p:spPr>
          <a:xfrm>
            <a:off x="1883438" y="30077"/>
            <a:ext cx="9249583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rPr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Core Finding: A “Vulnerable Farmer Paradox”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BC359E0F-238F-3F2D-2FD9-C5D84BEBDCBA}"/>
              </a:ext>
            </a:extLst>
          </p:cNvPr>
          <p:cNvSpPr txBox="1"/>
          <p:nvPr/>
        </p:nvSpPr>
        <p:spPr>
          <a:xfrm>
            <a:off x="1084383" y="941663"/>
            <a:ext cx="493587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2200" b="1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📈 Policy Growth (2018–2022)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2200" b="1"/>
            </a:pP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6000" b="1">
                <a:solidFill>
                  <a:srgbClr val="228B22"/>
                </a:solidFill>
              </a:defRPr>
            </a:pPr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</a:t>
            </a:r>
            <a:r>
              <a:rPr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+80%</a:t>
            </a:r>
            <a:endParaRPr lang="en-US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6000" b="1">
                <a:solidFill>
                  <a:srgbClr val="228B22"/>
                </a:solidFill>
              </a:defRPr>
            </a:pPr>
            <a:endParaRPr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2000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Farmer Policies Surged</a:t>
            </a:r>
            <a:b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(from ~58M to ~104M)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DCC4BA80-24DA-2395-75D6-DB96143539EC}"/>
              </a:ext>
            </a:extLst>
          </p:cNvPr>
          <p:cNvSpPr txBox="1"/>
          <p:nvPr/>
        </p:nvSpPr>
        <p:spPr>
          <a:xfrm>
            <a:off x="6815535" y="941662"/>
            <a:ext cx="493587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2200" b="1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📉 Financial Coverage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2200" b="1"/>
            </a:pP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6000" b="1">
                <a:solidFill>
                  <a:srgbClr val="DC143C"/>
                </a:solidFill>
              </a:defRPr>
            </a:pPr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</a:t>
            </a:r>
            <a:r>
              <a:rPr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Decline</a:t>
            </a:r>
            <a:endParaRPr lang="en-US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6000" b="1">
                <a:solidFill>
                  <a:srgbClr val="DC143C"/>
                </a:solidFill>
              </a:defRPr>
            </a:pPr>
            <a:endParaRPr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2000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Average Insured Sum</a:t>
            </a:r>
            <a:b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(Total insured area also declined concurrently)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7D5E8C2E-8FA3-F3BA-A684-DC8982A1CE52}"/>
              </a:ext>
            </a:extLst>
          </p:cNvPr>
          <p:cNvSpPr/>
          <p:nvPr/>
        </p:nvSpPr>
        <p:spPr>
          <a:xfrm>
            <a:off x="453508" y="5065105"/>
            <a:ext cx="11346332" cy="9144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/>
            </a:pP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Insight: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81.1% of beneficiaries are Small and Marginal Farmers, who insure smaller, less valuable plots.</a:t>
            </a:r>
          </a:p>
          <a:p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Takeaway: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scheme is succeeding in reach but struggling with financial depth.</a:t>
            </a:r>
          </a:p>
        </p:txBody>
      </p:sp>
    </p:spTree>
    <p:extLst>
      <p:ext uri="{BB962C8B-B14F-4D97-AF65-F5344CB8AC3E}">
        <p14:creationId xmlns:p14="http://schemas.microsoft.com/office/powerpoint/2010/main" val="30799081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" name="Group 78">
            <a:extLst>
              <a:ext uri="{FF2B5EF4-FFF2-40B4-BE49-F238E27FC236}">
                <a16:creationId xmlns:a16="http://schemas.microsoft.com/office/drawing/2014/main" id="{8AB83803-82FF-4FDF-A9E4-FA57E548D4DF}"/>
              </a:ext>
            </a:extLst>
          </p:cNvPr>
          <p:cNvGrpSpPr/>
          <p:nvPr/>
        </p:nvGrpSpPr>
        <p:grpSpPr>
          <a:xfrm>
            <a:off x="0" y="-699"/>
            <a:ext cx="12196232" cy="6859933"/>
            <a:chOff x="0" y="-699"/>
            <a:chExt cx="12196232" cy="6859933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4F7233E0-8B4C-403F-B4DC-1EAABD525929}"/>
                </a:ext>
              </a:extLst>
            </p:cNvPr>
            <p:cNvGrpSpPr/>
            <p:nvPr/>
          </p:nvGrpSpPr>
          <p:grpSpPr>
            <a:xfrm>
              <a:off x="4232" y="6382984"/>
              <a:ext cx="12192000" cy="476250"/>
              <a:chOff x="0" y="6381750"/>
              <a:chExt cx="12192000" cy="476250"/>
            </a:xfrm>
            <a:solidFill>
              <a:srgbClr val="C00000"/>
            </a:solidFill>
          </p:grpSpPr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C3EDFE22-777C-4E40-82E4-FD5DB11D8B63}"/>
                  </a:ext>
                </a:extLst>
              </p:cNvPr>
              <p:cNvSpPr/>
              <p:nvPr/>
            </p:nvSpPr>
            <p:spPr>
              <a:xfrm>
                <a:off x="0" y="6381750"/>
                <a:ext cx="12192000" cy="47625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grpSp>
            <p:nvGrpSpPr>
              <p:cNvPr id="4" name="Group 3">
                <a:extLst>
                  <a:ext uri="{FF2B5EF4-FFF2-40B4-BE49-F238E27FC236}">
                    <a16:creationId xmlns:a16="http://schemas.microsoft.com/office/drawing/2014/main" id="{314080B3-0E2C-457A-A722-47CA48E69C19}"/>
                  </a:ext>
                </a:extLst>
              </p:cNvPr>
              <p:cNvGrpSpPr/>
              <p:nvPr/>
            </p:nvGrpSpPr>
            <p:grpSpPr>
              <a:xfrm>
                <a:off x="160089" y="6467143"/>
                <a:ext cx="4087748" cy="273466"/>
                <a:chOff x="4366684" y="2926127"/>
                <a:chExt cx="3278335" cy="2571063"/>
              </a:xfrm>
              <a:grpFill/>
            </p:grpSpPr>
            <p:sp>
              <p:nvSpPr>
                <p:cNvPr id="5" name="Freeform: Shape 4">
                  <a:extLst>
                    <a:ext uri="{FF2B5EF4-FFF2-40B4-BE49-F238E27FC236}">
                      <a16:creationId xmlns:a16="http://schemas.microsoft.com/office/drawing/2014/main" id="{375F0EE2-DB06-4E1C-9F66-EAACEFA99A97}"/>
                    </a:ext>
                  </a:extLst>
                </p:cNvPr>
                <p:cNvSpPr/>
                <p:nvPr/>
              </p:nvSpPr>
              <p:spPr>
                <a:xfrm>
                  <a:off x="4744501" y="2926994"/>
                  <a:ext cx="72212" cy="2394576"/>
                </a:xfrm>
                <a:custGeom>
                  <a:avLst/>
                  <a:gdLst>
                    <a:gd name="connsiteX0" fmla="*/ 0 w 192640"/>
                    <a:gd name="connsiteY0" fmla="*/ 6393351 h 6387957"/>
                    <a:gd name="connsiteX1" fmla="*/ 0 w 192640"/>
                    <a:gd name="connsiteY1" fmla="*/ 0 h 6387957"/>
                    <a:gd name="connsiteX2" fmla="*/ 198034 w 192640"/>
                    <a:gd name="connsiteY2" fmla="*/ 0 h 6387957"/>
                    <a:gd name="connsiteX3" fmla="*/ 198034 w 192640"/>
                    <a:gd name="connsiteY3" fmla="*/ 639335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2640" h="6387957">
                      <a:moveTo>
                        <a:pt x="0" y="6393351"/>
                      </a:moveTo>
                      <a:cubicBezTo>
                        <a:pt x="0" y="4261207"/>
                        <a:pt x="0" y="2132145"/>
                        <a:pt x="0" y="0"/>
                      </a:cubicBezTo>
                      <a:cubicBezTo>
                        <a:pt x="67039" y="0"/>
                        <a:pt x="131766" y="0"/>
                        <a:pt x="198034" y="0"/>
                      </a:cubicBezTo>
                      <a:cubicBezTo>
                        <a:pt x="198034" y="2132145"/>
                        <a:pt x="198034" y="4261207"/>
                        <a:pt x="198034" y="639335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6" name="Freeform: Shape 5">
                  <a:extLst>
                    <a:ext uri="{FF2B5EF4-FFF2-40B4-BE49-F238E27FC236}">
                      <a16:creationId xmlns:a16="http://schemas.microsoft.com/office/drawing/2014/main" id="{175E547C-4DF2-4010-A85D-7C2F6E73C80D}"/>
                    </a:ext>
                  </a:extLst>
                </p:cNvPr>
                <p:cNvSpPr/>
                <p:nvPr/>
              </p:nvSpPr>
              <p:spPr>
                <a:xfrm>
                  <a:off x="4676621" y="2926994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258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2581"/>
                      </a:moveTo>
                      <a:cubicBezTo>
                        <a:pt x="0" y="4261207"/>
                        <a:pt x="0" y="2131374"/>
                        <a:pt x="0" y="0"/>
                      </a:cubicBezTo>
                      <a:cubicBezTo>
                        <a:pt x="34675" y="0"/>
                        <a:pt x="67809" y="0"/>
                        <a:pt x="103255" y="0"/>
                      </a:cubicBezTo>
                      <a:cubicBezTo>
                        <a:pt x="103255" y="2130603"/>
                        <a:pt x="103255" y="4260437"/>
                        <a:pt x="10325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7" name="Freeform: Shape 6">
                  <a:extLst>
                    <a:ext uri="{FF2B5EF4-FFF2-40B4-BE49-F238E27FC236}">
                      <a16:creationId xmlns:a16="http://schemas.microsoft.com/office/drawing/2014/main" id="{3F8BF4F1-A2B9-4C23-BC26-20CA699DD57A}"/>
                    </a:ext>
                  </a:extLst>
                </p:cNvPr>
                <p:cNvSpPr/>
                <p:nvPr/>
              </p:nvSpPr>
              <p:spPr>
                <a:xfrm>
                  <a:off x="5706626" y="2927282"/>
                  <a:ext cx="109764" cy="2394576"/>
                </a:xfrm>
                <a:custGeom>
                  <a:avLst/>
                  <a:gdLst>
                    <a:gd name="connsiteX0" fmla="*/ 0 w 292813"/>
                    <a:gd name="connsiteY0" fmla="*/ 6392581 h 6387957"/>
                    <a:gd name="connsiteX1" fmla="*/ 0 w 292813"/>
                    <a:gd name="connsiteY1" fmla="*/ 0 h 6387957"/>
                    <a:gd name="connsiteX2" fmla="*/ 295125 w 292813"/>
                    <a:gd name="connsiteY2" fmla="*/ 0 h 6387957"/>
                    <a:gd name="connsiteX3" fmla="*/ 295125 w 29281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92813" h="6387957">
                      <a:moveTo>
                        <a:pt x="0" y="6392581"/>
                      </a:moveTo>
                      <a:cubicBezTo>
                        <a:pt x="0" y="4261978"/>
                        <a:pt x="0" y="2132145"/>
                        <a:pt x="0" y="0"/>
                      </a:cubicBezTo>
                      <a:cubicBezTo>
                        <a:pt x="97091" y="0"/>
                        <a:pt x="194952" y="0"/>
                        <a:pt x="295125" y="0"/>
                      </a:cubicBezTo>
                      <a:cubicBezTo>
                        <a:pt x="295125" y="2130603"/>
                        <a:pt x="295125" y="4259666"/>
                        <a:pt x="29512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8" name="Freeform: Shape 7">
                  <a:extLst>
                    <a:ext uri="{FF2B5EF4-FFF2-40B4-BE49-F238E27FC236}">
                      <a16:creationId xmlns:a16="http://schemas.microsoft.com/office/drawing/2014/main" id="{1BB7A337-F067-4346-AD27-97742504B3F6}"/>
                    </a:ext>
                  </a:extLst>
                </p:cNvPr>
                <p:cNvSpPr/>
                <p:nvPr/>
              </p:nvSpPr>
              <p:spPr>
                <a:xfrm>
                  <a:off x="5022376" y="2926994"/>
                  <a:ext cx="75101" cy="2394576"/>
                </a:xfrm>
                <a:custGeom>
                  <a:avLst/>
                  <a:gdLst>
                    <a:gd name="connsiteX0" fmla="*/ 0 w 200346"/>
                    <a:gd name="connsiteY0" fmla="*/ 6392581 h 6387957"/>
                    <a:gd name="connsiteX1" fmla="*/ 0 w 200346"/>
                    <a:gd name="connsiteY1" fmla="*/ 0 h 6387957"/>
                    <a:gd name="connsiteX2" fmla="*/ 201117 w 200346"/>
                    <a:gd name="connsiteY2" fmla="*/ 0 h 6387957"/>
                    <a:gd name="connsiteX3" fmla="*/ 201117 w 200346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00346" h="6387957">
                      <a:moveTo>
                        <a:pt x="0" y="6392581"/>
                      </a:moveTo>
                      <a:cubicBezTo>
                        <a:pt x="0" y="4261207"/>
                        <a:pt x="0" y="2132145"/>
                        <a:pt x="0" y="0"/>
                      </a:cubicBezTo>
                      <a:cubicBezTo>
                        <a:pt x="67039" y="0"/>
                        <a:pt x="133307" y="0"/>
                        <a:pt x="201117" y="0"/>
                      </a:cubicBezTo>
                      <a:cubicBezTo>
                        <a:pt x="201117" y="2131374"/>
                        <a:pt x="201117" y="4260437"/>
                        <a:pt x="201117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9" name="Freeform: Shape 8">
                  <a:extLst>
                    <a:ext uri="{FF2B5EF4-FFF2-40B4-BE49-F238E27FC236}">
                      <a16:creationId xmlns:a16="http://schemas.microsoft.com/office/drawing/2014/main" id="{8E795506-C19E-4D33-8ECE-0DF520B3AEFE}"/>
                    </a:ext>
                  </a:extLst>
                </p:cNvPr>
                <p:cNvSpPr/>
                <p:nvPr/>
              </p:nvSpPr>
              <p:spPr>
                <a:xfrm>
                  <a:off x="4877829" y="2926994"/>
                  <a:ext cx="72212" cy="2394576"/>
                </a:xfrm>
                <a:custGeom>
                  <a:avLst/>
                  <a:gdLst>
                    <a:gd name="connsiteX0" fmla="*/ 0 w 192640"/>
                    <a:gd name="connsiteY0" fmla="*/ 6392581 h 6387957"/>
                    <a:gd name="connsiteX1" fmla="*/ 0 w 192640"/>
                    <a:gd name="connsiteY1" fmla="*/ 0 h 6387957"/>
                    <a:gd name="connsiteX2" fmla="*/ 198805 w 192640"/>
                    <a:gd name="connsiteY2" fmla="*/ 0 h 6387957"/>
                    <a:gd name="connsiteX3" fmla="*/ 198805 w 192640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2640" h="6387957">
                      <a:moveTo>
                        <a:pt x="0" y="6392581"/>
                      </a:moveTo>
                      <a:cubicBezTo>
                        <a:pt x="0" y="4261207"/>
                        <a:pt x="0" y="2131374"/>
                        <a:pt x="0" y="0"/>
                      </a:cubicBezTo>
                      <a:cubicBezTo>
                        <a:pt x="67039" y="0"/>
                        <a:pt x="131766" y="0"/>
                        <a:pt x="198805" y="0"/>
                      </a:cubicBezTo>
                      <a:cubicBezTo>
                        <a:pt x="198805" y="2130603"/>
                        <a:pt x="198805" y="4260437"/>
                        <a:pt x="19880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0" name="Freeform: Shape 9">
                  <a:extLst>
                    <a:ext uri="{FF2B5EF4-FFF2-40B4-BE49-F238E27FC236}">
                      <a16:creationId xmlns:a16="http://schemas.microsoft.com/office/drawing/2014/main" id="{3735ADE9-DFBC-40FF-A853-DDEAE403ED0E}"/>
                    </a:ext>
                  </a:extLst>
                </p:cNvPr>
                <p:cNvSpPr/>
                <p:nvPr/>
              </p:nvSpPr>
              <p:spPr>
                <a:xfrm>
                  <a:off x="4559765" y="2926994"/>
                  <a:ext cx="72212" cy="2394576"/>
                </a:xfrm>
                <a:custGeom>
                  <a:avLst/>
                  <a:gdLst>
                    <a:gd name="connsiteX0" fmla="*/ 0 w 192640"/>
                    <a:gd name="connsiteY0" fmla="*/ 6393351 h 6387957"/>
                    <a:gd name="connsiteX1" fmla="*/ 0 w 192640"/>
                    <a:gd name="connsiteY1" fmla="*/ 0 h 6387957"/>
                    <a:gd name="connsiteX2" fmla="*/ 198034 w 192640"/>
                    <a:gd name="connsiteY2" fmla="*/ 0 h 6387957"/>
                    <a:gd name="connsiteX3" fmla="*/ 198034 w 192640"/>
                    <a:gd name="connsiteY3" fmla="*/ 639335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2640" h="6387957">
                      <a:moveTo>
                        <a:pt x="0" y="6393351"/>
                      </a:moveTo>
                      <a:cubicBezTo>
                        <a:pt x="0" y="4261207"/>
                        <a:pt x="0" y="2132145"/>
                        <a:pt x="0" y="0"/>
                      </a:cubicBezTo>
                      <a:cubicBezTo>
                        <a:pt x="67039" y="0"/>
                        <a:pt x="131766" y="0"/>
                        <a:pt x="198034" y="0"/>
                      </a:cubicBezTo>
                      <a:cubicBezTo>
                        <a:pt x="198034" y="2132145"/>
                        <a:pt x="198034" y="4261207"/>
                        <a:pt x="198034" y="639335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1" name="Freeform: Shape 10">
                  <a:extLst>
                    <a:ext uri="{FF2B5EF4-FFF2-40B4-BE49-F238E27FC236}">
                      <a16:creationId xmlns:a16="http://schemas.microsoft.com/office/drawing/2014/main" id="{45B816DB-E16D-434D-9DDC-1E4BB22E411A}"/>
                    </a:ext>
                  </a:extLst>
                </p:cNvPr>
                <p:cNvSpPr/>
                <p:nvPr/>
              </p:nvSpPr>
              <p:spPr>
                <a:xfrm>
                  <a:off x="4433987" y="2926705"/>
                  <a:ext cx="37550" cy="2567886"/>
                </a:xfrm>
                <a:custGeom>
                  <a:avLst/>
                  <a:gdLst>
                    <a:gd name="connsiteX0" fmla="*/ 0 w 100173"/>
                    <a:gd name="connsiteY0" fmla="*/ 6854918 h 6850294"/>
                    <a:gd name="connsiteX1" fmla="*/ 0 w 100173"/>
                    <a:gd name="connsiteY1" fmla="*/ 0 h 6850294"/>
                    <a:gd name="connsiteX2" fmla="*/ 103255 w 100173"/>
                    <a:gd name="connsiteY2" fmla="*/ 0 h 6850294"/>
                    <a:gd name="connsiteX3" fmla="*/ 103255 w 100173"/>
                    <a:gd name="connsiteY3" fmla="*/ 6854918 h 68502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850294">
                      <a:moveTo>
                        <a:pt x="0" y="6854918"/>
                      </a:moveTo>
                      <a:cubicBezTo>
                        <a:pt x="0" y="4570202"/>
                        <a:pt x="0" y="2286257"/>
                        <a:pt x="0" y="0"/>
                      </a:cubicBezTo>
                      <a:cubicBezTo>
                        <a:pt x="34675" y="0"/>
                        <a:pt x="67809" y="0"/>
                        <a:pt x="103255" y="0"/>
                      </a:cubicBezTo>
                      <a:cubicBezTo>
                        <a:pt x="103255" y="2284716"/>
                        <a:pt x="103255" y="4567891"/>
                        <a:pt x="103255" y="6854918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2" name="Freeform: Shape 11">
                  <a:extLst>
                    <a:ext uri="{FF2B5EF4-FFF2-40B4-BE49-F238E27FC236}">
                      <a16:creationId xmlns:a16="http://schemas.microsoft.com/office/drawing/2014/main" id="{D5D6C9B3-F26D-4538-B939-0107B961839D}"/>
                    </a:ext>
                  </a:extLst>
                </p:cNvPr>
                <p:cNvSpPr/>
                <p:nvPr/>
              </p:nvSpPr>
              <p:spPr>
                <a:xfrm>
                  <a:off x="4366684" y="2927282"/>
                  <a:ext cx="37550" cy="2567886"/>
                </a:xfrm>
                <a:custGeom>
                  <a:avLst/>
                  <a:gdLst>
                    <a:gd name="connsiteX0" fmla="*/ 0 w 100173"/>
                    <a:gd name="connsiteY0" fmla="*/ 6854148 h 6850294"/>
                    <a:gd name="connsiteX1" fmla="*/ 0 w 100173"/>
                    <a:gd name="connsiteY1" fmla="*/ 0 h 6850294"/>
                    <a:gd name="connsiteX2" fmla="*/ 103255 w 100173"/>
                    <a:gd name="connsiteY2" fmla="*/ 0 h 6850294"/>
                    <a:gd name="connsiteX3" fmla="*/ 103255 w 100173"/>
                    <a:gd name="connsiteY3" fmla="*/ 6854918 h 68502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850294">
                      <a:moveTo>
                        <a:pt x="0" y="6854148"/>
                      </a:moveTo>
                      <a:cubicBezTo>
                        <a:pt x="0" y="4569432"/>
                        <a:pt x="0" y="2286257"/>
                        <a:pt x="0" y="0"/>
                      </a:cubicBezTo>
                      <a:cubicBezTo>
                        <a:pt x="33905" y="0"/>
                        <a:pt x="67809" y="0"/>
                        <a:pt x="103255" y="0"/>
                      </a:cubicBezTo>
                      <a:cubicBezTo>
                        <a:pt x="103255" y="2285486"/>
                        <a:pt x="103255" y="4568661"/>
                        <a:pt x="103255" y="6854918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3" name="Freeform: Shape 12">
                  <a:extLst>
                    <a:ext uri="{FF2B5EF4-FFF2-40B4-BE49-F238E27FC236}">
                      <a16:creationId xmlns:a16="http://schemas.microsoft.com/office/drawing/2014/main" id="{EC07D1C9-009A-483F-95D8-AE22DC2CD8D8}"/>
                    </a:ext>
                  </a:extLst>
                </p:cNvPr>
                <p:cNvSpPr/>
                <p:nvPr/>
              </p:nvSpPr>
              <p:spPr>
                <a:xfrm>
                  <a:off x="5957386" y="2926705"/>
                  <a:ext cx="37550" cy="2567886"/>
                </a:xfrm>
                <a:custGeom>
                  <a:avLst/>
                  <a:gdLst>
                    <a:gd name="connsiteX0" fmla="*/ 0 w 100173"/>
                    <a:gd name="connsiteY0" fmla="*/ 6854918 h 6850294"/>
                    <a:gd name="connsiteX1" fmla="*/ 0 w 100173"/>
                    <a:gd name="connsiteY1" fmla="*/ 0 h 6850294"/>
                    <a:gd name="connsiteX2" fmla="*/ 103255 w 100173"/>
                    <a:gd name="connsiteY2" fmla="*/ 0 h 6850294"/>
                    <a:gd name="connsiteX3" fmla="*/ 103255 w 100173"/>
                    <a:gd name="connsiteY3" fmla="*/ 6854918 h 68502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850294">
                      <a:moveTo>
                        <a:pt x="0" y="6854918"/>
                      </a:moveTo>
                      <a:cubicBezTo>
                        <a:pt x="0" y="4570202"/>
                        <a:pt x="0" y="2286257"/>
                        <a:pt x="0" y="0"/>
                      </a:cubicBezTo>
                      <a:cubicBezTo>
                        <a:pt x="34675" y="0"/>
                        <a:pt x="67809" y="0"/>
                        <a:pt x="103255" y="0"/>
                      </a:cubicBezTo>
                      <a:cubicBezTo>
                        <a:pt x="103255" y="2283945"/>
                        <a:pt x="103255" y="4567891"/>
                        <a:pt x="103255" y="6854918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4" name="Freeform: Shape 13">
                  <a:extLst>
                    <a:ext uri="{FF2B5EF4-FFF2-40B4-BE49-F238E27FC236}">
                      <a16:creationId xmlns:a16="http://schemas.microsoft.com/office/drawing/2014/main" id="{F54B353B-E09D-4957-842E-D8AD4D49A921}"/>
                    </a:ext>
                  </a:extLst>
                </p:cNvPr>
                <p:cNvSpPr/>
                <p:nvPr/>
              </p:nvSpPr>
              <p:spPr>
                <a:xfrm>
                  <a:off x="6024689" y="2926127"/>
                  <a:ext cx="37550" cy="2567886"/>
                </a:xfrm>
                <a:custGeom>
                  <a:avLst/>
                  <a:gdLst>
                    <a:gd name="connsiteX0" fmla="*/ 0 w 100173"/>
                    <a:gd name="connsiteY0" fmla="*/ 6857230 h 6850294"/>
                    <a:gd name="connsiteX1" fmla="*/ 0 w 100173"/>
                    <a:gd name="connsiteY1" fmla="*/ 0 h 6850294"/>
                    <a:gd name="connsiteX2" fmla="*/ 52398 w 100173"/>
                    <a:gd name="connsiteY2" fmla="*/ 0 h 6850294"/>
                    <a:gd name="connsiteX3" fmla="*/ 103255 w 100173"/>
                    <a:gd name="connsiteY3" fmla="*/ 0 h 6850294"/>
                    <a:gd name="connsiteX4" fmla="*/ 103255 w 100173"/>
                    <a:gd name="connsiteY4" fmla="*/ 6857230 h 68502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00173" h="6850294">
                      <a:moveTo>
                        <a:pt x="0" y="6857230"/>
                      </a:moveTo>
                      <a:cubicBezTo>
                        <a:pt x="0" y="4572514"/>
                        <a:pt x="0" y="2288569"/>
                        <a:pt x="0" y="0"/>
                      </a:cubicBezTo>
                      <a:cubicBezTo>
                        <a:pt x="17723" y="0"/>
                        <a:pt x="34675" y="0"/>
                        <a:pt x="52398" y="0"/>
                      </a:cubicBezTo>
                      <a:cubicBezTo>
                        <a:pt x="68580" y="0"/>
                        <a:pt x="84762" y="0"/>
                        <a:pt x="103255" y="0"/>
                      </a:cubicBezTo>
                      <a:cubicBezTo>
                        <a:pt x="103255" y="2287798"/>
                        <a:pt x="103255" y="4571743"/>
                        <a:pt x="103255" y="6857230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5" name="Freeform: Shape 14">
                  <a:extLst>
                    <a:ext uri="{FF2B5EF4-FFF2-40B4-BE49-F238E27FC236}">
                      <a16:creationId xmlns:a16="http://schemas.microsoft.com/office/drawing/2014/main" id="{C60F81BD-F891-48DF-8E0D-BDC05CBC7452}"/>
                    </a:ext>
                  </a:extLst>
                </p:cNvPr>
                <p:cNvSpPr/>
                <p:nvPr/>
              </p:nvSpPr>
              <p:spPr>
                <a:xfrm>
                  <a:off x="5890084" y="2926994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2581 h 6387957"/>
                    <a:gd name="connsiteX1" fmla="*/ 0 w 100173"/>
                    <a:gd name="connsiteY1" fmla="*/ 0 h 6387957"/>
                    <a:gd name="connsiteX2" fmla="*/ 101714 w 100173"/>
                    <a:gd name="connsiteY2" fmla="*/ 0 h 6387957"/>
                    <a:gd name="connsiteX3" fmla="*/ 101714 w 10017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2581"/>
                      </a:moveTo>
                      <a:cubicBezTo>
                        <a:pt x="0" y="4262748"/>
                        <a:pt x="0" y="2132145"/>
                        <a:pt x="0" y="0"/>
                      </a:cubicBezTo>
                      <a:cubicBezTo>
                        <a:pt x="33904" y="0"/>
                        <a:pt x="67039" y="0"/>
                        <a:pt x="101714" y="0"/>
                      </a:cubicBezTo>
                      <a:cubicBezTo>
                        <a:pt x="101714" y="2130603"/>
                        <a:pt x="101714" y="4260437"/>
                        <a:pt x="101714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6" name="Freeform: Shape 15">
                  <a:extLst>
                    <a:ext uri="{FF2B5EF4-FFF2-40B4-BE49-F238E27FC236}">
                      <a16:creationId xmlns:a16="http://schemas.microsoft.com/office/drawing/2014/main" id="{09F9B5B4-A975-4BC1-A4E4-F4869117A798}"/>
                    </a:ext>
                  </a:extLst>
                </p:cNvPr>
                <p:cNvSpPr/>
                <p:nvPr/>
              </p:nvSpPr>
              <p:spPr>
                <a:xfrm>
                  <a:off x="6091991" y="2926994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335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335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3351"/>
                      </a:moveTo>
                      <a:cubicBezTo>
                        <a:pt x="0" y="4261978"/>
                        <a:pt x="0" y="2132915"/>
                        <a:pt x="0" y="0"/>
                      </a:cubicBezTo>
                      <a:cubicBezTo>
                        <a:pt x="34675" y="0"/>
                        <a:pt x="67809" y="0"/>
                        <a:pt x="103255" y="0"/>
                      </a:cubicBezTo>
                      <a:cubicBezTo>
                        <a:pt x="103255" y="2131374"/>
                        <a:pt x="103255" y="4261207"/>
                        <a:pt x="103255" y="639335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7" name="Freeform: Shape 16">
                  <a:extLst>
                    <a:ext uri="{FF2B5EF4-FFF2-40B4-BE49-F238E27FC236}">
                      <a16:creationId xmlns:a16="http://schemas.microsoft.com/office/drawing/2014/main" id="{F0F04A50-70C0-4152-B892-712F604BB364}"/>
                    </a:ext>
                  </a:extLst>
                </p:cNvPr>
                <p:cNvSpPr/>
                <p:nvPr/>
              </p:nvSpPr>
              <p:spPr>
                <a:xfrm>
                  <a:off x="7139759" y="2926994"/>
                  <a:ext cx="109764" cy="2394576"/>
                </a:xfrm>
                <a:custGeom>
                  <a:avLst/>
                  <a:gdLst>
                    <a:gd name="connsiteX0" fmla="*/ 0 w 292813"/>
                    <a:gd name="connsiteY0" fmla="*/ 6393351 h 6387957"/>
                    <a:gd name="connsiteX1" fmla="*/ 0 w 292813"/>
                    <a:gd name="connsiteY1" fmla="*/ 0 h 6387957"/>
                    <a:gd name="connsiteX2" fmla="*/ 295125 w 292813"/>
                    <a:gd name="connsiteY2" fmla="*/ 0 h 6387957"/>
                    <a:gd name="connsiteX3" fmla="*/ 295125 w 292813"/>
                    <a:gd name="connsiteY3" fmla="*/ 639335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92813" h="6387957">
                      <a:moveTo>
                        <a:pt x="0" y="6393351"/>
                      </a:moveTo>
                      <a:cubicBezTo>
                        <a:pt x="0" y="4261207"/>
                        <a:pt x="0" y="2131374"/>
                        <a:pt x="0" y="0"/>
                      </a:cubicBezTo>
                      <a:cubicBezTo>
                        <a:pt x="99403" y="0"/>
                        <a:pt x="196493" y="0"/>
                        <a:pt x="295125" y="0"/>
                      </a:cubicBezTo>
                      <a:cubicBezTo>
                        <a:pt x="295125" y="2132145"/>
                        <a:pt x="295125" y="4261207"/>
                        <a:pt x="295125" y="639335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8" name="Freeform: Shape 17">
                  <a:extLst>
                    <a:ext uri="{FF2B5EF4-FFF2-40B4-BE49-F238E27FC236}">
                      <a16:creationId xmlns:a16="http://schemas.microsoft.com/office/drawing/2014/main" id="{71D9C88D-AEA2-48F6-AF2B-D383D97E3535}"/>
                    </a:ext>
                  </a:extLst>
                </p:cNvPr>
                <p:cNvSpPr/>
                <p:nvPr/>
              </p:nvSpPr>
              <p:spPr>
                <a:xfrm>
                  <a:off x="7280788" y="2926994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258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2581"/>
                      </a:moveTo>
                      <a:cubicBezTo>
                        <a:pt x="0" y="4261207"/>
                        <a:pt x="0" y="2131374"/>
                        <a:pt x="0" y="0"/>
                      </a:cubicBezTo>
                      <a:cubicBezTo>
                        <a:pt x="34675" y="0"/>
                        <a:pt x="67809" y="0"/>
                        <a:pt x="103255" y="0"/>
                      </a:cubicBezTo>
                      <a:cubicBezTo>
                        <a:pt x="103255" y="2130603"/>
                        <a:pt x="103255" y="4260437"/>
                        <a:pt x="10325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9" name="Freeform: Shape 18">
                  <a:extLst>
                    <a:ext uri="{FF2B5EF4-FFF2-40B4-BE49-F238E27FC236}">
                      <a16:creationId xmlns:a16="http://schemas.microsoft.com/office/drawing/2014/main" id="{AB8EEA47-0851-4500-8CE0-169E98978C2E}"/>
                    </a:ext>
                  </a:extLst>
                </p:cNvPr>
                <p:cNvSpPr/>
                <p:nvPr/>
              </p:nvSpPr>
              <p:spPr>
                <a:xfrm>
                  <a:off x="7349773" y="2926994"/>
                  <a:ext cx="109764" cy="2394576"/>
                </a:xfrm>
                <a:custGeom>
                  <a:avLst/>
                  <a:gdLst>
                    <a:gd name="connsiteX0" fmla="*/ 0 w 292813"/>
                    <a:gd name="connsiteY0" fmla="*/ 6393351 h 6387957"/>
                    <a:gd name="connsiteX1" fmla="*/ 0 w 292813"/>
                    <a:gd name="connsiteY1" fmla="*/ 0 h 6387957"/>
                    <a:gd name="connsiteX2" fmla="*/ 295125 w 292813"/>
                    <a:gd name="connsiteY2" fmla="*/ 0 h 6387957"/>
                    <a:gd name="connsiteX3" fmla="*/ 295125 w 292813"/>
                    <a:gd name="connsiteY3" fmla="*/ 639335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92813" h="6387957">
                      <a:moveTo>
                        <a:pt x="0" y="6393351"/>
                      </a:moveTo>
                      <a:cubicBezTo>
                        <a:pt x="0" y="4261207"/>
                        <a:pt x="0" y="2132145"/>
                        <a:pt x="0" y="0"/>
                      </a:cubicBezTo>
                      <a:cubicBezTo>
                        <a:pt x="99402" y="0"/>
                        <a:pt x="195722" y="0"/>
                        <a:pt x="295125" y="0"/>
                      </a:cubicBezTo>
                      <a:cubicBezTo>
                        <a:pt x="295125" y="2132145"/>
                        <a:pt x="295125" y="4261207"/>
                        <a:pt x="295125" y="639335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20" name="Freeform: Shape 19">
                  <a:extLst>
                    <a:ext uri="{FF2B5EF4-FFF2-40B4-BE49-F238E27FC236}">
                      <a16:creationId xmlns:a16="http://schemas.microsoft.com/office/drawing/2014/main" id="{99CB024E-C751-4D3B-A1FC-DB08068B1DB8}"/>
                    </a:ext>
                  </a:extLst>
                </p:cNvPr>
                <p:cNvSpPr/>
                <p:nvPr/>
              </p:nvSpPr>
              <p:spPr>
                <a:xfrm>
                  <a:off x="7548511" y="2927282"/>
                  <a:ext cx="41911" cy="2569908"/>
                </a:xfrm>
                <a:custGeom>
                  <a:avLst/>
                  <a:gdLst>
                    <a:gd name="connsiteX0" fmla="*/ 0 w 115584"/>
                    <a:gd name="connsiteY0" fmla="*/ 6753975 h 6850294"/>
                    <a:gd name="connsiteX1" fmla="*/ 13099 w 115584"/>
                    <a:gd name="connsiteY1" fmla="*/ 0 h 6850294"/>
                    <a:gd name="connsiteX2" fmla="*/ 118666 w 115584"/>
                    <a:gd name="connsiteY2" fmla="*/ 0 h 6850294"/>
                    <a:gd name="connsiteX3" fmla="*/ 118666 w 115584"/>
                    <a:gd name="connsiteY3" fmla="*/ 6855688 h 6850294"/>
                    <a:gd name="connsiteX0" fmla="*/ 0 w 111805"/>
                    <a:gd name="connsiteY0" fmla="*/ 6836322 h 6855688"/>
                    <a:gd name="connsiteX1" fmla="*/ 6237 w 111805"/>
                    <a:gd name="connsiteY1" fmla="*/ 0 h 6855688"/>
                    <a:gd name="connsiteX2" fmla="*/ 111804 w 111805"/>
                    <a:gd name="connsiteY2" fmla="*/ 0 h 6855688"/>
                    <a:gd name="connsiteX3" fmla="*/ 111804 w 111805"/>
                    <a:gd name="connsiteY3" fmla="*/ 6855688 h 6855688"/>
                    <a:gd name="connsiteX0" fmla="*/ 0 w 111804"/>
                    <a:gd name="connsiteY0" fmla="*/ 6853478 h 6855688"/>
                    <a:gd name="connsiteX1" fmla="*/ 6237 w 111804"/>
                    <a:gd name="connsiteY1" fmla="*/ 0 h 6855688"/>
                    <a:gd name="connsiteX2" fmla="*/ 111804 w 111804"/>
                    <a:gd name="connsiteY2" fmla="*/ 0 h 6855688"/>
                    <a:gd name="connsiteX3" fmla="*/ 111804 w 111804"/>
                    <a:gd name="connsiteY3" fmla="*/ 6855688 h 68556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11804" h="6855688">
                      <a:moveTo>
                        <a:pt x="0" y="6853478"/>
                      </a:moveTo>
                      <a:cubicBezTo>
                        <a:pt x="14640" y="4603437"/>
                        <a:pt x="3155" y="2253123"/>
                        <a:pt x="6237" y="0"/>
                      </a:cubicBezTo>
                      <a:lnTo>
                        <a:pt x="111804" y="0"/>
                      </a:lnTo>
                      <a:lnTo>
                        <a:pt x="111804" y="6855688"/>
                      </a:ln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21" name="Freeform: Shape 20">
                  <a:extLst>
                    <a:ext uri="{FF2B5EF4-FFF2-40B4-BE49-F238E27FC236}">
                      <a16:creationId xmlns:a16="http://schemas.microsoft.com/office/drawing/2014/main" id="{1BDA8D11-4AAC-43CC-B408-A388F56971AF}"/>
                    </a:ext>
                  </a:extLst>
                </p:cNvPr>
                <p:cNvSpPr/>
                <p:nvPr/>
              </p:nvSpPr>
              <p:spPr>
                <a:xfrm>
                  <a:off x="7485249" y="2926994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258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2581"/>
                      </a:moveTo>
                      <a:cubicBezTo>
                        <a:pt x="0" y="4261207"/>
                        <a:pt x="0" y="2131374"/>
                        <a:pt x="0" y="0"/>
                      </a:cubicBezTo>
                      <a:cubicBezTo>
                        <a:pt x="34675" y="0"/>
                        <a:pt x="67809" y="0"/>
                        <a:pt x="103255" y="0"/>
                      </a:cubicBezTo>
                      <a:cubicBezTo>
                        <a:pt x="103255" y="2130603"/>
                        <a:pt x="103255" y="4260437"/>
                        <a:pt x="10325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22" name="Freeform: Shape 21">
                  <a:extLst>
                    <a:ext uri="{FF2B5EF4-FFF2-40B4-BE49-F238E27FC236}">
                      <a16:creationId xmlns:a16="http://schemas.microsoft.com/office/drawing/2014/main" id="{3EE00667-7B8F-4892-BF72-8EA3745153E0}"/>
                    </a:ext>
                  </a:extLst>
                </p:cNvPr>
                <p:cNvSpPr/>
                <p:nvPr/>
              </p:nvSpPr>
              <p:spPr>
                <a:xfrm>
                  <a:off x="7616134" y="2926994"/>
                  <a:ext cx="28885" cy="2567886"/>
                </a:xfrm>
                <a:custGeom>
                  <a:avLst/>
                  <a:gdLst>
                    <a:gd name="connsiteX0" fmla="*/ 0 w 77056"/>
                    <a:gd name="connsiteY0" fmla="*/ 6854918 h 6850294"/>
                    <a:gd name="connsiteX1" fmla="*/ 0 w 77056"/>
                    <a:gd name="connsiteY1" fmla="*/ 0 h 6850294"/>
                    <a:gd name="connsiteX2" fmla="*/ 78597 w 77056"/>
                    <a:gd name="connsiteY2" fmla="*/ 0 h 6850294"/>
                    <a:gd name="connsiteX3" fmla="*/ 78597 w 77056"/>
                    <a:gd name="connsiteY3" fmla="*/ 6854918 h 68502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7056" h="6850294">
                      <a:moveTo>
                        <a:pt x="0" y="6854918"/>
                      </a:moveTo>
                      <a:cubicBezTo>
                        <a:pt x="0" y="4570202"/>
                        <a:pt x="0" y="2286257"/>
                        <a:pt x="0" y="0"/>
                      </a:cubicBezTo>
                      <a:cubicBezTo>
                        <a:pt x="25428" y="0"/>
                        <a:pt x="50087" y="0"/>
                        <a:pt x="78597" y="0"/>
                      </a:cubicBezTo>
                      <a:cubicBezTo>
                        <a:pt x="78597" y="2283175"/>
                        <a:pt x="78597" y="4566350"/>
                        <a:pt x="78597" y="6854918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23" name="Freeform: Shape 22">
                  <a:extLst>
                    <a:ext uri="{FF2B5EF4-FFF2-40B4-BE49-F238E27FC236}">
                      <a16:creationId xmlns:a16="http://schemas.microsoft.com/office/drawing/2014/main" id="{902A81A6-28D8-4522-B490-B37A255B8416}"/>
                    </a:ext>
                  </a:extLst>
                </p:cNvPr>
                <p:cNvSpPr/>
                <p:nvPr/>
              </p:nvSpPr>
              <p:spPr>
                <a:xfrm>
                  <a:off x="6838507" y="2926994"/>
                  <a:ext cx="109764" cy="2394576"/>
                </a:xfrm>
                <a:custGeom>
                  <a:avLst/>
                  <a:gdLst>
                    <a:gd name="connsiteX0" fmla="*/ 0 w 292813"/>
                    <a:gd name="connsiteY0" fmla="*/ 6393351 h 6387957"/>
                    <a:gd name="connsiteX1" fmla="*/ 0 w 292813"/>
                    <a:gd name="connsiteY1" fmla="*/ 0 h 6387957"/>
                    <a:gd name="connsiteX2" fmla="*/ 295125 w 292813"/>
                    <a:gd name="connsiteY2" fmla="*/ 0 h 6387957"/>
                    <a:gd name="connsiteX3" fmla="*/ 295125 w 292813"/>
                    <a:gd name="connsiteY3" fmla="*/ 639335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92813" h="6387957">
                      <a:moveTo>
                        <a:pt x="0" y="6393351"/>
                      </a:moveTo>
                      <a:cubicBezTo>
                        <a:pt x="0" y="4261207"/>
                        <a:pt x="0" y="2131374"/>
                        <a:pt x="0" y="0"/>
                      </a:cubicBezTo>
                      <a:cubicBezTo>
                        <a:pt x="99403" y="0"/>
                        <a:pt x="196493" y="0"/>
                        <a:pt x="295125" y="0"/>
                      </a:cubicBezTo>
                      <a:cubicBezTo>
                        <a:pt x="295125" y="2132145"/>
                        <a:pt x="295125" y="4261207"/>
                        <a:pt x="295125" y="639335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24" name="Freeform: Shape 23">
                  <a:extLst>
                    <a:ext uri="{FF2B5EF4-FFF2-40B4-BE49-F238E27FC236}">
                      <a16:creationId xmlns:a16="http://schemas.microsoft.com/office/drawing/2014/main" id="{2A569EB6-2490-40DF-9A4A-639E65D35F5C}"/>
                    </a:ext>
                  </a:extLst>
                </p:cNvPr>
                <p:cNvSpPr/>
                <p:nvPr/>
              </p:nvSpPr>
              <p:spPr>
                <a:xfrm>
                  <a:off x="6980994" y="2927282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258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2581"/>
                      </a:moveTo>
                      <a:cubicBezTo>
                        <a:pt x="0" y="4261978"/>
                        <a:pt x="0" y="2132145"/>
                        <a:pt x="0" y="0"/>
                      </a:cubicBezTo>
                      <a:cubicBezTo>
                        <a:pt x="33904" y="0"/>
                        <a:pt x="67809" y="0"/>
                        <a:pt x="103255" y="0"/>
                      </a:cubicBezTo>
                      <a:cubicBezTo>
                        <a:pt x="103255" y="2130603"/>
                        <a:pt x="103255" y="4258895"/>
                        <a:pt x="10325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25" name="Freeform: Shape 24">
                  <a:extLst>
                    <a:ext uri="{FF2B5EF4-FFF2-40B4-BE49-F238E27FC236}">
                      <a16:creationId xmlns:a16="http://schemas.microsoft.com/office/drawing/2014/main" id="{7DC04B7B-FFF7-4CAC-BF2B-7AF98E950FE2}"/>
                    </a:ext>
                  </a:extLst>
                </p:cNvPr>
                <p:cNvSpPr/>
                <p:nvPr/>
              </p:nvSpPr>
              <p:spPr>
                <a:xfrm>
                  <a:off x="7065051" y="2926994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258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2581"/>
                      </a:moveTo>
                      <a:cubicBezTo>
                        <a:pt x="0" y="4261978"/>
                        <a:pt x="0" y="2132145"/>
                        <a:pt x="0" y="0"/>
                      </a:cubicBezTo>
                      <a:cubicBezTo>
                        <a:pt x="33904" y="0"/>
                        <a:pt x="67809" y="0"/>
                        <a:pt x="103255" y="0"/>
                      </a:cubicBezTo>
                      <a:cubicBezTo>
                        <a:pt x="103255" y="2130603"/>
                        <a:pt x="103255" y="4258895"/>
                        <a:pt x="10325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26" name="Freeform: Shape 25">
                  <a:extLst>
                    <a:ext uri="{FF2B5EF4-FFF2-40B4-BE49-F238E27FC236}">
                      <a16:creationId xmlns:a16="http://schemas.microsoft.com/office/drawing/2014/main" id="{99FD279C-9B71-46A5-9519-57C2FDE43882}"/>
                    </a:ext>
                  </a:extLst>
                </p:cNvPr>
                <p:cNvSpPr/>
                <p:nvPr/>
              </p:nvSpPr>
              <p:spPr>
                <a:xfrm>
                  <a:off x="6754449" y="2926127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258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2581"/>
                      </a:moveTo>
                      <a:cubicBezTo>
                        <a:pt x="0" y="4261978"/>
                        <a:pt x="0" y="2132145"/>
                        <a:pt x="0" y="0"/>
                      </a:cubicBezTo>
                      <a:cubicBezTo>
                        <a:pt x="33905" y="0"/>
                        <a:pt x="67810" y="0"/>
                        <a:pt x="103255" y="0"/>
                      </a:cubicBezTo>
                      <a:cubicBezTo>
                        <a:pt x="103255" y="2131374"/>
                        <a:pt x="103255" y="4260436"/>
                        <a:pt x="10325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27" name="Freeform: Shape 26">
                  <a:extLst>
                    <a:ext uri="{FF2B5EF4-FFF2-40B4-BE49-F238E27FC236}">
                      <a16:creationId xmlns:a16="http://schemas.microsoft.com/office/drawing/2014/main" id="{E77F362F-1E3A-429A-8A7A-092562BB2825}"/>
                    </a:ext>
                  </a:extLst>
                </p:cNvPr>
                <p:cNvSpPr/>
                <p:nvPr/>
              </p:nvSpPr>
              <p:spPr>
                <a:xfrm>
                  <a:off x="6334914" y="2927282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335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335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3351"/>
                      </a:moveTo>
                      <a:cubicBezTo>
                        <a:pt x="0" y="4262748"/>
                        <a:pt x="0" y="2132915"/>
                        <a:pt x="0" y="0"/>
                      </a:cubicBezTo>
                      <a:cubicBezTo>
                        <a:pt x="33904" y="0"/>
                        <a:pt x="67809" y="0"/>
                        <a:pt x="103255" y="0"/>
                      </a:cubicBezTo>
                      <a:cubicBezTo>
                        <a:pt x="103255" y="2131374"/>
                        <a:pt x="103255" y="4260436"/>
                        <a:pt x="103255" y="639335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28" name="Freeform: Shape 27">
                  <a:extLst>
                    <a:ext uri="{FF2B5EF4-FFF2-40B4-BE49-F238E27FC236}">
                      <a16:creationId xmlns:a16="http://schemas.microsoft.com/office/drawing/2014/main" id="{BA25F615-E11E-4379-BA54-9819ACDC6FD8}"/>
                    </a:ext>
                  </a:extLst>
                </p:cNvPr>
                <p:cNvSpPr/>
                <p:nvPr/>
              </p:nvSpPr>
              <p:spPr>
                <a:xfrm>
                  <a:off x="6159871" y="2926127"/>
                  <a:ext cx="37550" cy="2397464"/>
                </a:xfrm>
                <a:custGeom>
                  <a:avLst/>
                  <a:gdLst>
                    <a:gd name="connsiteX0" fmla="*/ 0 w 100173"/>
                    <a:gd name="connsiteY0" fmla="*/ 6395663 h 6395662"/>
                    <a:gd name="connsiteX1" fmla="*/ 0 w 100173"/>
                    <a:gd name="connsiteY1" fmla="*/ 0 h 6395662"/>
                    <a:gd name="connsiteX2" fmla="*/ 52398 w 100173"/>
                    <a:gd name="connsiteY2" fmla="*/ 0 h 6395662"/>
                    <a:gd name="connsiteX3" fmla="*/ 103255 w 100173"/>
                    <a:gd name="connsiteY3" fmla="*/ 0 h 6395662"/>
                    <a:gd name="connsiteX4" fmla="*/ 103255 w 100173"/>
                    <a:gd name="connsiteY4" fmla="*/ 6395663 h 63956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00173" h="6395662">
                      <a:moveTo>
                        <a:pt x="0" y="6395663"/>
                      </a:moveTo>
                      <a:cubicBezTo>
                        <a:pt x="0" y="4265060"/>
                        <a:pt x="0" y="2135227"/>
                        <a:pt x="0" y="0"/>
                      </a:cubicBezTo>
                      <a:cubicBezTo>
                        <a:pt x="17723" y="0"/>
                        <a:pt x="34675" y="0"/>
                        <a:pt x="52398" y="0"/>
                      </a:cubicBezTo>
                      <a:cubicBezTo>
                        <a:pt x="68580" y="0"/>
                        <a:pt x="84762" y="0"/>
                        <a:pt x="103255" y="0"/>
                      </a:cubicBezTo>
                      <a:cubicBezTo>
                        <a:pt x="103255" y="2132915"/>
                        <a:pt x="103255" y="4261977"/>
                        <a:pt x="103255" y="6395663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29" name="Freeform: Shape 28">
                  <a:extLst>
                    <a:ext uri="{FF2B5EF4-FFF2-40B4-BE49-F238E27FC236}">
                      <a16:creationId xmlns:a16="http://schemas.microsoft.com/office/drawing/2014/main" id="{43767ECE-21FE-4B4C-89B1-0E19BEADDA56}"/>
                    </a:ext>
                  </a:extLst>
                </p:cNvPr>
                <p:cNvSpPr/>
                <p:nvPr/>
              </p:nvSpPr>
              <p:spPr>
                <a:xfrm>
                  <a:off x="6231712" y="2926127"/>
                  <a:ext cx="72212" cy="2394576"/>
                </a:xfrm>
                <a:custGeom>
                  <a:avLst/>
                  <a:gdLst>
                    <a:gd name="connsiteX0" fmla="*/ 0 w 192640"/>
                    <a:gd name="connsiteY0" fmla="*/ 6392581 h 6387957"/>
                    <a:gd name="connsiteX1" fmla="*/ 0 w 192640"/>
                    <a:gd name="connsiteY1" fmla="*/ 0 h 6387957"/>
                    <a:gd name="connsiteX2" fmla="*/ 198805 w 192640"/>
                    <a:gd name="connsiteY2" fmla="*/ 0 h 6387957"/>
                    <a:gd name="connsiteX3" fmla="*/ 198805 w 192640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2640" h="6387957">
                      <a:moveTo>
                        <a:pt x="0" y="6392581"/>
                      </a:moveTo>
                      <a:cubicBezTo>
                        <a:pt x="0" y="4261207"/>
                        <a:pt x="0" y="2132145"/>
                        <a:pt x="0" y="0"/>
                      </a:cubicBezTo>
                      <a:cubicBezTo>
                        <a:pt x="66268" y="0"/>
                        <a:pt x="131766" y="0"/>
                        <a:pt x="198805" y="0"/>
                      </a:cubicBezTo>
                      <a:cubicBezTo>
                        <a:pt x="198805" y="2131374"/>
                        <a:pt x="198805" y="4261207"/>
                        <a:pt x="19880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30" name="Freeform: Shape 29">
                  <a:extLst>
                    <a:ext uri="{FF2B5EF4-FFF2-40B4-BE49-F238E27FC236}">
                      <a16:creationId xmlns:a16="http://schemas.microsoft.com/office/drawing/2014/main" id="{E117A468-C0B3-46FD-8EC1-6AE134264BA0}"/>
                    </a:ext>
                  </a:extLst>
                </p:cNvPr>
                <p:cNvSpPr/>
                <p:nvPr/>
              </p:nvSpPr>
              <p:spPr>
                <a:xfrm>
                  <a:off x="6598401" y="2927282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258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2581"/>
                      </a:moveTo>
                      <a:cubicBezTo>
                        <a:pt x="0" y="4261207"/>
                        <a:pt x="0" y="2131374"/>
                        <a:pt x="0" y="0"/>
                      </a:cubicBezTo>
                      <a:cubicBezTo>
                        <a:pt x="34675" y="0"/>
                        <a:pt x="67809" y="0"/>
                        <a:pt x="103255" y="0"/>
                      </a:cubicBezTo>
                      <a:cubicBezTo>
                        <a:pt x="103255" y="2130603"/>
                        <a:pt x="103255" y="4260437"/>
                        <a:pt x="10325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31" name="Freeform: Shape 30">
                  <a:extLst>
                    <a:ext uri="{FF2B5EF4-FFF2-40B4-BE49-F238E27FC236}">
                      <a16:creationId xmlns:a16="http://schemas.microsoft.com/office/drawing/2014/main" id="{939B7FCC-CDDF-4A11-A2F1-C8F70FF2EEB4}"/>
                    </a:ext>
                  </a:extLst>
                </p:cNvPr>
                <p:cNvSpPr/>
                <p:nvPr/>
              </p:nvSpPr>
              <p:spPr>
                <a:xfrm>
                  <a:off x="6680669" y="2927282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258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2581"/>
                      </a:moveTo>
                      <a:cubicBezTo>
                        <a:pt x="0" y="4261978"/>
                        <a:pt x="0" y="2132145"/>
                        <a:pt x="0" y="0"/>
                      </a:cubicBezTo>
                      <a:cubicBezTo>
                        <a:pt x="33905" y="0"/>
                        <a:pt x="67810" y="0"/>
                        <a:pt x="103255" y="0"/>
                      </a:cubicBezTo>
                      <a:cubicBezTo>
                        <a:pt x="103255" y="2131374"/>
                        <a:pt x="103255" y="4260436"/>
                        <a:pt x="10325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32" name="Freeform: Shape 31">
                  <a:extLst>
                    <a:ext uri="{FF2B5EF4-FFF2-40B4-BE49-F238E27FC236}">
                      <a16:creationId xmlns:a16="http://schemas.microsoft.com/office/drawing/2014/main" id="{79A45683-A3FC-4243-9523-B723BBD003A1}"/>
                    </a:ext>
                  </a:extLst>
                </p:cNvPr>
                <p:cNvSpPr/>
                <p:nvPr/>
              </p:nvSpPr>
              <p:spPr>
                <a:xfrm>
                  <a:off x="6516134" y="2927282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181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181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1811"/>
                      </a:moveTo>
                      <a:cubicBezTo>
                        <a:pt x="0" y="4261978"/>
                        <a:pt x="0" y="2132145"/>
                        <a:pt x="0" y="0"/>
                      </a:cubicBezTo>
                      <a:cubicBezTo>
                        <a:pt x="33134" y="0"/>
                        <a:pt x="67039" y="0"/>
                        <a:pt x="103255" y="0"/>
                      </a:cubicBezTo>
                      <a:cubicBezTo>
                        <a:pt x="103255" y="2130603"/>
                        <a:pt x="103255" y="4260436"/>
                        <a:pt x="103255" y="639181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33" name="Freeform: Shape 32">
                  <a:extLst>
                    <a:ext uri="{FF2B5EF4-FFF2-40B4-BE49-F238E27FC236}">
                      <a16:creationId xmlns:a16="http://schemas.microsoft.com/office/drawing/2014/main" id="{B40B3F0D-8DF8-4702-99BD-23B1475CD452}"/>
                    </a:ext>
                  </a:extLst>
                </p:cNvPr>
                <p:cNvSpPr/>
                <p:nvPr/>
              </p:nvSpPr>
              <p:spPr>
                <a:xfrm>
                  <a:off x="6399205" y="2927282"/>
                  <a:ext cx="72212" cy="2394576"/>
                </a:xfrm>
                <a:custGeom>
                  <a:avLst/>
                  <a:gdLst>
                    <a:gd name="connsiteX0" fmla="*/ 0 w 192640"/>
                    <a:gd name="connsiteY0" fmla="*/ 6392581 h 6387957"/>
                    <a:gd name="connsiteX1" fmla="*/ 0 w 192640"/>
                    <a:gd name="connsiteY1" fmla="*/ 0 h 6387957"/>
                    <a:gd name="connsiteX2" fmla="*/ 198805 w 192640"/>
                    <a:gd name="connsiteY2" fmla="*/ 0 h 6387957"/>
                    <a:gd name="connsiteX3" fmla="*/ 198805 w 192640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2640" h="6387957">
                      <a:moveTo>
                        <a:pt x="0" y="6392581"/>
                      </a:moveTo>
                      <a:cubicBezTo>
                        <a:pt x="0" y="4261207"/>
                        <a:pt x="0" y="2132145"/>
                        <a:pt x="0" y="0"/>
                      </a:cubicBezTo>
                      <a:cubicBezTo>
                        <a:pt x="66268" y="0"/>
                        <a:pt x="131766" y="0"/>
                        <a:pt x="198805" y="0"/>
                      </a:cubicBezTo>
                      <a:cubicBezTo>
                        <a:pt x="198805" y="2131374"/>
                        <a:pt x="198805" y="4261207"/>
                        <a:pt x="19880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34" name="Freeform: Shape 33">
                  <a:extLst>
                    <a:ext uri="{FF2B5EF4-FFF2-40B4-BE49-F238E27FC236}">
                      <a16:creationId xmlns:a16="http://schemas.microsoft.com/office/drawing/2014/main" id="{0B972A39-D5F1-4DBE-B2F6-AA9010526F16}"/>
                    </a:ext>
                  </a:extLst>
                </p:cNvPr>
                <p:cNvSpPr/>
                <p:nvPr/>
              </p:nvSpPr>
              <p:spPr>
                <a:xfrm>
                  <a:off x="5237391" y="2926127"/>
                  <a:ext cx="144425" cy="2394576"/>
                </a:xfrm>
                <a:custGeom>
                  <a:avLst/>
                  <a:gdLst>
                    <a:gd name="connsiteX0" fmla="*/ 0 w 385280"/>
                    <a:gd name="connsiteY0" fmla="*/ 6393351 h 6387957"/>
                    <a:gd name="connsiteX1" fmla="*/ 0 w 385280"/>
                    <a:gd name="connsiteY1" fmla="*/ 0 h 6387957"/>
                    <a:gd name="connsiteX2" fmla="*/ 387593 w 385280"/>
                    <a:gd name="connsiteY2" fmla="*/ 0 h 6387957"/>
                    <a:gd name="connsiteX3" fmla="*/ 387593 w 385280"/>
                    <a:gd name="connsiteY3" fmla="*/ 639335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85280" h="6387957">
                      <a:moveTo>
                        <a:pt x="0" y="6393351"/>
                      </a:moveTo>
                      <a:cubicBezTo>
                        <a:pt x="0" y="4262748"/>
                        <a:pt x="0" y="2132145"/>
                        <a:pt x="0" y="0"/>
                      </a:cubicBezTo>
                      <a:cubicBezTo>
                        <a:pt x="128684" y="0"/>
                        <a:pt x="256597" y="0"/>
                        <a:pt x="387593" y="0"/>
                      </a:cubicBezTo>
                      <a:cubicBezTo>
                        <a:pt x="387593" y="2130603"/>
                        <a:pt x="387593" y="4261207"/>
                        <a:pt x="387593" y="639335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35" name="Freeform: Shape 34">
                  <a:extLst>
                    <a:ext uri="{FF2B5EF4-FFF2-40B4-BE49-F238E27FC236}">
                      <a16:creationId xmlns:a16="http://schemas.microsoft.com/office/drawing/2014/main" id="{C6F21A28-C5C3-423E-816C-EFF154B420AF}"/>
                    </a:ext>
                  </a:extLst>
                </p:cNvPr>
                <p:cNvSpPr/>
                <p:nvPr/>
              </p:nvSpPr>
              <p:spPr>
                <a:xfrm>
                  <a:off x="5123269" y="2926994"/>
                  <a:ext cx="72212" cy="2394576"/>
                </a:xfrm>
                <a:custGeom>
                  <a:avLst/>
                  <a:gdLst>
                    <a:gd name="connsiteX0" fmla="*/ 0 w 192640"/>
                    <a:gd name="connsiteY0" fmla="*/ 6392581 h 6387957"/>
                    <a:gd name="connsiteX1" fmla="*/ 0 w 192640"/>
                    <a:gd name="connsiteY1" fmla="*/ 0 h 6387957"/>
                    <a:gd name="connsiteX2" fmla="*/ 198805 w 192640"/>
                    <a:gd name="connsiteY2" fmla="*/ 0 h 6387957"/>
                    <a:gd name="connsiteX3" fmla="*/ 198805 w 192640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2640" h="6387957">
                      <a:moveTo>
                        <a:pt x="0" y="6392581"/>
                      </a:moveTo>
                      <a:cubicBezTo>
                        <a:pt x="0" y="4261207"/>
                        <a:pt x="0" y="2132145"/>
                        <a:pt x="0" y="0"/>
                      </a:cubicBezTo>
                      <a:cubicBezTo>
                        <a:pt x="67039" y="0"/>
                        <a:pt x="131766" y="0"/>
                        <a:pt x="198805" y="0"/>
                      </a:cubicBezTo>
                      <a:cubicBezTo>
                        <a:pt x="198805" y="2130603"/>
                        <a:pt x="198805" y="4259666"/>
                        <a:pt x="19880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36" name="Freeform: Shape 35">
                  <a:extLst>
                    <a:ext uri="{FF2B5EF4-FFF2-40B4-BE49-F238E27FC236}">
                      <a16:creationId xmlns:a16="http://schemas.microsoft.com/office/drawing/2014/main" id="{CD2D5180-3504-4AF5-A04B-07F487071B22}"/>
                    </a:ext>
                  </a:extLst>
                </p:cNvPr>
                <p:cNvSpPr/>
                <p:nvPr/>
              </p:nvSpPr>
              <p:spPr>
                <a:xfrm>
                  <a:off x="5611343" y="2927282"/>
                  <a:ext cx="72212" cy="2394576"/>
                </a:xfrm>
                <a:custGeom>
                  <a:avLst/>
                  <a:gdLst>
                    <a:gd name="connsiteX0" fmla="*/ 0 w 192640"/>
                    <a:gd name="connsiteY0" fmla="*/ 6392581 h 6387957"/>
                    <a:gd name="connsiteX1" fmla="*/ 0 w 192640"/>
                    <a:gd name="connsiteY1" fmla="*/ 0 h 6387957"/>
                    <a:gd name="connsiteX2" fmla="*/ 198805 w 192640"/>
                    <a:gd name="connsiteY2" fmla="*/ 0 h 6387957"/>
                    <a:gd name="connsiteX3" fmla="*/ 198805 w 192640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2640" h="6387957">
                      <a:moveTo>
                        <a:pt x="0" y="6392581"/>
                      </a:moveTo>
                      <a:cubicBezTo>
                        <a:pt x="0" y="4261207"/>
                        <a:pt x="0" y="2132145"/>
                        <a:pt x="0" y="0"/>
                      </a:cubicBezTo>
                      <a:cubicBezTo>
                        <a:pt x="66268" y="0"/>
                        <a:pt x="131766" y="0"/>
                        <a:pt x="198805" y="0"/>
                      </a:cubicBezTo>
                      <a:cubicBezTo>
                        <a:pt x="198805" y="2131374"/>
                        <a:pt x="198805" y="4261207"/>
                        <a:pt x="19880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37" name="Freeform: Shape 36">
                  <a:extLst>
                    <a:ext uri="{FF2B5EF4-FFF2-40B4-BE49-F238E27FC236}">
                      <a16:creationId xmlns:a16="http://schemas.microsoft.com/office/drawing/2014/main" id="{6078D920-7771-4459-9280-C4992F522CBA}"/>
                    </a:ext>
                  </a:extLst>
                </p:cNvPr>
                <p:cNvSpPr/>
                <p:nvPr/>
              </p:nvSpPr>
              <p:spPr>
                <a:xfrm>
                  <a:off x="5407259" y="2926994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258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2581"/>
                      </a:moveTo>
                      <a:cubicBezTo>
                        <a:pt x="0" y="4261978"/>
                        <a:pt x="0" y="2132145"/>
                        <a:pt x="0" y="0"/>
                      </a:cubicBezTo>
                      <a:cubicBezTo>
                        <a:pt x="34675" y="0"/>
                        <a:pt x="67810" y="0"/>
                        <a:pt x="103255" y="0"/>
                      </a:cubicBezTo>
                      <a:cubicBezTo>
                        <a:pt x="103255" y="2130603"/>
                        <a:pt x="103255" y="4259666"/>
                        <a:pt x="10325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38" name="Freeform: Shape 37">
                  <a:extLst>
                    <a:ext uri="{FF2B5EF4-FFF2-40B4-BE49-F238E27FC236}">
                      <a16:creationId xmlns:a16="http://schemas.microsoft.com/office/drawing/2014/main" id="{C3F5AF82-D5F9-4252-B824-36671DB16639}"/>
                    </a:ext>
                  </a:extLst>
                </p:cNvPr>
                <p:cNvSpPr/>
                <p:nvPr/>
              </p:nvSpPr>
              <p:spPr>
                <a:xfrm>
                  <a:off x="5470252" y="2926994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258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2581"/>
                      </a:moveTo>
                      <a:cubicBezTo>
                        <a:pt x="0" y="4261978"/>
                        <a:pt x="0" y="2132145"/>
                        <a:pt x="0" y="0"/>
                      </a:cubicBezTo>
                      <a:cubicBezTo>
                        <a:pt x="34675" y="0"/>
                        <a:pt x="67809" y="0"/>
                        <a:pt x="103255" y="0"/>
                      </a:cubicBezTo>
                      <a:cubicBezTo>
                        <a:pt x="103255" y="2130603"/>
                        <a:pt x="103255" y="4259666"/>
                        <a:pt x="10325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39" name="Freeform: Shape 38">
                  <a:extLst>
                    <a:ext uri="{FF2B5EF4-FFF2-40B4-BE49-F238E27FC236}">
                      <a16:creationId xmlns:a16="http://schemas.microsoft.com/office/drawing/2014/main" id="{608790BC-CF74-4127-A790-27CC4E8D7766}"/>
                    </a:ext>
                  </a:extLst>
                </p:cNvPr>
                <p:cNvSpPr/>
                <p:nvPr/>
              </p:nvSpPr>
              <p:spPr>
                <a:xfrm>
                  <a:off x="5533244" y="2926127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258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2581"/>
                      </a:moveTo>
                      <a:cubicBezTo>
                        <a:pt x="0" y="4261978"/>
                        <a:pt x="0" y="2132145"/>
                        <a:pt x="0" y="0"/>
                      </a:cubicBezTo>
                      <a:cubicBezTo>
                        <a:pt x="34675" y="0"/>
                        <a:pt x="67809" y="0"/>
                        <a:pt x="103255" y="0"/>
                      </a:cubicBezTo>
                      <a:cubicBezTo>
                        <a:pt x="103255" y="2130603"/>
                        <a:pt x="103255" y="4259666"/>
                        <a:pt x="10325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</p:grpSp>
        </p:grp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79445F8C-1794-4081-97F9-DDCDE8889481}"/>
                </a:ext>
              </a:extLst>
            </p:cNvPr>
            <p:cNvGrpSpPr/>
            <p:nvPr/>
          </p:nvGrpSpPr>
          <p:grpSpPr>
            <a:xfrm>
              <a:off x="166248" y="6490548"/>
              <a:ext cx="4247655" cy="273466"/>
              <a:chOff x="4366684" y="2926127"/>
              <a:chExt cx="3278335" cy="2571063"/>
            </a:xfrm>
          </p:grpSpPr>
          <p:sp>
            <p:nvSpPr>
              <p:cNvPr id="41" name="Freeform: Shape 4">
                <a:extLst>
                  <a:ext uri="{FF2B5EF4-FFF2-40B4-BE49-F238E27FC236}">
                    <a16:creationId xmlns:a16="http://schemas.microsoft.com/office/drawing/2014/main" id="{74D575C7-16A7-4D8B-BCCC-3A2CC2EAF554}"/>
                  </a:ext>
                </a:extLst>
              </p:cNvPr>
              <p:cNvSpPr/>
              <p:nvPr/>
            </p:nvSpPr>
            <p:spPr>
              <a:xfrm>
                <a:off x="4744501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3351 h 6387957"/>
                  <a:gd name="connsiteX1" fmla="*/ 0 w 192640"/>
                  <a:gd name="connsiteY1" fmla="*/ 0 h 6387957"/>
                  <a:gd name="connsiteX2" fmla="*/ 198034 w 192640"/>
                  <a:gd name="connsiteY2" fmla="*/ 0 h 6387957"/>
                  <a:gd name="connsiteX3" fmla="*/ 198034 w 19264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solidFill>
                <a:schemeClr val="accent5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42" name="Freeform: Shape 5">
                <a:extLst>
                  <a:ext uri="{FF2B5EF4-FFF2-40B4-BE49-F238E27FC236}">
                    <a16:creationId xmlns:a16="http://schemas.microsoft.com/office/drawing/2014/main" id="{F6284352-7A7E-48DA-8B26-7B51CCB5A721}"/>
                  </a:ext>
                </a:extLst>
              </p:cNvPr>
              <p:cNvSpPr/>
              <p:nvPr/>
            </p:nvSpPr>
            <p:spPr>
              <a:xfrm>
                <a:off x="467662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chemeClr val="accent5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43" name="Freeform: Shape 6">
                <a:extLst>
                  <a:ext uri="{FF2B5EF4-FFF2-40B4-BE49-F238E27FC236}">
                    <a16:creationId xmlns:a16="http://schemas.microsoft.com/office/drawing/2014/main" id="{8AB1A5A0-486E-4510-BCA8-845A3DA94D58}"/>
                  </a:ext>
                </a:extLst>
              </p:cNvPr>
              <p:cNvSpPr/>
              <p:nvPr/>
            </p:nvSpPr>
            <p:spPr>
              <a:xfrm>
                <a:off x="5706626" y="2927282"/>
                <a:ext cx="109764" cy="2394576"/>
              </a:xfrm>
              <a:custGeom>
                <a:avLst/>
                <a:gdLst>
                  <a:gd name="connsiteX0" fmla="*/ 0 w 292813"/>
                  <a:gd name="connsiteY0" fmla="*/ 639258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97091" y="0"/>
                      <a:pt x="194952" y="0"/>
                      <a:pt x="295125" y="0"/>
                    </a:cubicBezTo>
                    <a:cubicBezTo>
                      <a:pt x="295125" y="2130603"/>
                      <a:pt x="295125" y="4259666"/>
                      <a:pt x="295125" y="6392581"/>
                    </a:cubicBezTo>
                  </a:path>
                </a:pathLst>
              </a:custGeom>
              <a:solidFill>
                <a:schemeClr val="accent2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44" name="Freeform: Shape 7">
                <a:extLst>
                  <a:ext uri="{FF2B5EF4-FFF2-40B4-BE49-F238E27FC236}">
                    <a16:creationId xmlns:a16="http://schemas.microsoft.com/office/drawing/2014/main" id="{D81590AB-AD28-44BD-8461-22FE3E26E6E0}"/>
                  </a:ext>
                </a:extLst>
              </p:cNvPr>
              <p:cNvSpPr/>
              <p:nvPr/>
            </p:nvSpPr>
            <p:spPr>
              <a:xfrm>
                <a:off x="5022376" y="2926994"/>
                <a:ext cx="75101" cy="2394576"/>
              </a:xfrm>
              <a:custGeom>
                <a:avLst/>
                <a:gdLst>
                  <a:gd name="connsiteX0" fmla="*/ 0 w 200346"/>
                  <a:gd name="connsiteY0" fmla="*/ 6392581 h 6387957"/>
                  <a:gd name="connsiteX1" fmla="*/ 0 w 200346"/>
                  <a:gd name="connsiteY1" fmla="*/ 0 h 6387957"/>
                  <a:gd name="connsiteX2" fmla="*/ 201117 w 200346"/>
                  <a:gd name="connsiteY2" fmla="*/ 0 h 6387957"/>
                  <a:gd name="connsiteX3" fmla="*/ 201117 w 200346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0346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3307" y="0"/>
                      <a:pt x="201117" y="0"/>
                    </a:cubicBezTo>
                    <a:cubicBezTo>
                      <a:pt x="201117" y="2131374"/>
                      <a:pt x="201117" y="4260437"/>
                      <a:pt x="201117" y="6392581"/>
                    </a:cubicBezTo>
                  </a:path>
                </a:pathLst>
              </a:custGeom>
              <a:solidFill>
                <a:schemeClr val="accent4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45" name="Freeform: Shape 8">
                <a:extLst>
                  <a:ext uri="{FF2B5EF4-FFF2-40B4-BE49-F238E27FC236}">
                    <a16:creationId xmlns:a16="http://schemas.microsoft.com/office/drawing/2014/main" id="{C3640730-A67E-4C43-A7C2-B4C32BF965C4}"/>
                  </a:ext>
                </a:extLst>
              </p:cNvPr>
              <p:cNvSpPr/>
              <p:nvPr/>
            </p:nvSpPr>
            <p:spPr>
              <a:xfrm>
                <a:off x="4877829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60437"/>
                      <a:pt x="198805" y="6392581"/>
                    </a:cubicBezTo>
                  </a:path>
                </a:pathLst>
              </a:custGeom>
              <a:solidFill>
                <a:schemeClr val="accent4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46" name="Freeform: Shape 9">
                <a:extLst>
                  <a:ext uri="{FF2B5EF4-FFF2-40B4-BE49-F238E27FC236}">
                    <a16:creationId xmlns:a16="http://schemas.microsoft.com/office/drawing/2014/main" id="{8F91D3B5-0631-4E10-8E8F-A90BDB6CEF8C}"/>
                  </a:ext>
                </a:extLst>
              </p:cNvPr>
              <p:cNvSpPr/>
              <p:nvPr/>
            </p:nvSpPr>
            <p:spPr>
              <a:xfrm>
                <a:off x="4559765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3351 h 6387957"/>
                  <a:gd name="connsiteX1" fmla="*/ 0 w 192640"/>
                  <a:gd name="connsiteY1" fmla="*/ 0 h 6387957"/>
                  <a:gd name="connsiteX2" fmla="*/ 198034 w 192640"/>
                  <a:gd name="connsiteY2" fmla="*/ 0 h 6387957"/>
                  <a:gd name="connsiteX3" fmla="*/ 198034 w 19264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solidFill>
                <a:schemeClr val="accent6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47" name="Freeform: Shape 10">
                <a:extLst>
                  <a:ext uri="{FF2B5EF4-FFF2-40B4-BE49-F238E27FC236}">
                    <a16:creationId xmlns:a16="http://schemas.microsoft.com/office/drawing/2014/main" id="{9833ED5E-247A-4AFE-956E-D90EE783EDB3}"/>
                  </a:ext>
                </a:extLst>
              </p:cNvPr>
              <p:cNvSpPr/>
              <p:nvPr/>
            </p:nvSpPr>
            <p:spPr>
              <a:xfrm>
                <a:off x="4433987" y="2926705"/>
                <a:ext cx="37550" cy="2567886"/>
              </a:xfrm>
              <a:custGeom>
                <a:avLst/>
                <a:gdLst>
                  <a:gd name="connsiteX0" fmla="*/ 0 w 100173"/>
                  <a:gd name="connsiteY0" fmla="*/ 685491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4716"/>
                      <a:pt x="103255" y="4567891"/>
                      <a:pt x="103255" y="6854918"/>
                    </a:cubicBezTo>
                  </a:path>
                </a:pathLst>
              </a:custGeom>
              <a:solidFill>
                <a:schemeClr val="accent6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48" name="Freeform: Shape 11">
                <a:extLst>
                  <a:ext uri="{FF2B5EF4-FFF2-40B4-BE49-F238E27FC236}">
                    <a16:creationId xmlns:a16="http://schemas.microsoft.com/office/drawing/2014/main" id="{E5EC525C-3908-4545-B9F0-C982F2420877}"/>
                  </a:ext>
                </a:extLst>
              </p:cNvPr>
              <p:cNvSpPr/>
              <p:nvPr/>
            </p:nvSpPr>
            <p:spPr>
              <a:xfrm>
                <a:off x="4366684" y="2927282"/>
                <a:ext cx="37550" cy="2567886"/>
              </a:xfrm>
              <a:custGeom>
                <a:avLst/>
                <a:gdLst>
                  <a:gd name="connsiteX0" fmla="*/ 0 w 100173"/>
                  <a:gd name="connsiteY0" fmla="*/ 685414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148"/>
                    </a:moveTo>
                    <a:cubicBezTo>
                      <a:pt x="0" y="4569432"/>
                      <a:pt x="0" y="2286257"/>
                      <a:pt x="0" y="0"/>
                    </a:cubicBezTo>
                    <a:cubicBezTo>
                      <a:pt x="33905" y="0"/>
                      <a:pt x="67809" y="0"/>
                      <a:pt x="103255" y="0"/>
                    </a:cubicBezTo>
                    <a:cubicBezTo>
                      <a:pt x="103255" y="2285486"/>
                      <a:pt x="103255" y="4568661"/>
                      <a:pt x="103255" y="6854918"/>
                    </a:cubicBezTo>
                  </a:path>
                </a:pathLst>
              </a:custGeom>
              <a:solidFill>
                <a:schemeClr val="accent6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49" name="Freeform: Shape 12">
                <a:extLst>
                  <a:ext uri="{FF2B5EF4-FFF2-40B4-BE49-F238E27FC236}">
                    <a16:creationId xmlns:a16="http://schemas.microsoft.com/office/drawing/2014/main" id="{09C432BF-83BF-44C7-8A68-9B35111165C4}"/>
                  </a:ext>
                </a:extLst>
              </p:cNvPr>
              <p:cNvSpPr/>
              <p:nvPr/>
            </p:nvSpPr>
            <p:spPr>
              <a:xfrm>
                <a:off x="5957386" y="2926705"/>
                <a:ext cx="37550" cy="2567886"/>
              </a:xfrm>
              <a:custGeom>
                <a:avLst/>
                <a:gdLst>
                  <a:gd name="connsiteX0" fmla="*/ 0 w 100173"/>
                  <a:gd name="connsiteY0" fmla="*/ 685491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3945"/>
                      <a:pt x="103255" y="4567891"/>
                      <a:pt x="103255" y="6854918"/>
                    </a:cubicBezTo>
                  </a:path>
                </a:pathLst>
              </a:custGeom>
              <a:solidFill>
                <a:schemeClr val="accent6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50" name="Freeform: Shape 13">
                <a:extLst>
                  <a:ext uri="{FF2B5EF4-FFF2-40B4-BE49-F238E27FC236}">
                    <a16:creationId xmlns:a16="http://schemas.microsoft.com/office/drawing/2014/main" id="{4D5F14F6-BD9C-4471-B822-35693E0ECCEE}"/>
                  </a:ext>
                </a:extLst>
              </p:cNvPr>
              <p:cNvSpPr/>
              <p:nvPr/>
            </p:nvSpPr>
            <p:spPr>
              <a:xfrm>
                <a:off x="6024689" y="2926127"/>
                <a:ext cx="37550" cy="2567886"/>
              </a:xfrm>
              <a:custGeom>
                <a:avLst/>
                <a:gdLst>
                  <a:gd name="connsiteX0" fmla="*/ 0 w 100173"/>
                  <a:gd name="connsiteY0" fmla="*/ 6857230 h 6850294"/>
                  <a:gd name="connsiteX1" fmla="*/ 0 w 100173"/>
                  <a:gd name="connsiteY1" fmla="*/ 0 h 6850294"/>
                  <a:gd name="connsiteX2" fmla="*/ 52398 w 100173"/>
                  <a:gd name="connsiteY2" fmla="*/ 0 h 6850294"/>
                  <a:gd name="connsiteX3" fmla="*/ 103255 w 100173"/>
                  <a:gd name="connsiteY3" fmla="*/ 0 h 6850294"/>
                  <a:gd name="connsiteX4" fmla="*/ 103255 w 100173"/>
                  <a:gd name="connsiteY4" fmla="*/ 6857230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173" h="6850294">
                    <a:moveTo>
                      <a:pt x="0" y="6857230"/>
                    </a:moveTo>
                    <a:cubicBezTo>
                      <a:pt x="0" y="4572514"/>
                      <a:pt x="0" y="2288569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287798"/>
                      <a:pt x="103255" y="4571743"/>
                      <a:pt x="103255" y="6857230"/>
                    </a:cubicBezTo>
                  </a:path>
                </a:pathLst>
              </a:custGeom>
              <a:solidFill>
                <a:schemeClr val="accent6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51" name="Freeform: Shape 14">
                <a:extLst>
                  <a:ext uri="{FF2B5EF4-FFF2-40B4-BE49-F238E27FC236}">
                    <a16:creationId xmlns:a16="http://schemas.microsoft.com/office/drawing/2014/main" id="{35B6ED53-E8E4-4DE2-BE76-D07542427D91}"/>
                  </a:ext>
                </a:extLst>
              </p:cNvPr>
              <p:cNvSpPr/>
              <p:nvPr/>
            </p:nvSpPr>
            <p:spPr>
              <a:xfrm>
                <a:off x="5890084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1714 w 100173"/>
                  <a:gd name="connsiteY2" fmla="*/ 0 h 6387957"/>
                  <a:gd name="connsiteX3" fmla="*/ 101714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33904" y="0"/>
                      <a:pt x="67039" y="0"/>
                      <a:pt x="101714" y="0"/>
                    </a:cubicBezTo>
                    <a:cubicBezTo>
                      <a:pt x="101714" y="2130603"/>
                      <a:pt x="101714" y="4260437"/>
                      <a:pt x="101714" y="6392581"/>
                    </a:cubicBezTo>
                  </a:path>
                </a:pathLst>
              </a:custGeom>
              <a:solidFill>
                <a:schemeClr val="accent6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52" name="Freeform: Shape 15">
                <a:extLst>
                  <a:ext uri="{FF2B5EF4-FFF2-40B4-BE49-F238E27FC236}">
                    <a16:creationId xmlns:a16="http://schemas.microsoft.com/office/drawing/2014/main" id="{A8A97A24-DC2C-49EC-B707-A0A7A527B0A9}"/>
                  </a:ext>
                </a:extLst>
              </p:cNvPr>
              <p:cNvSpPr/>
              <p:nvPr/>
            </p:nvSpPr>
            <p:spPr>
              <a:xfrm>
                <a:off x="609199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335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3351"/>
                    </a:moveTo>
                    <a:cubicBezTo>
                      <a:pt x="0" y="4261978"/>
                      <a:pt x="0" y="213291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1374"/>
                      <a:pt x="103255" y="4261207"/>
                      <a:pt x="103255" y="6393351"/>
                    </a:cubicBezTo>
                  </a:path>
                </a:pathLst>
              </a:custGeom>
              <a:solidFill>
                <a:schemeClr val="accent6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53" name="Freeform: Shape 16">
                <a:extLst>
                  <a:ext uri="{FF2B5EF4-FFF2-40B4-BE49-F238E27FC236}">
                    <a16:creationId xmlns:a16="http://schemas.microsoft.com/office/drawing/2014/main" id="{4ED0FC69-47AA-4FC9-8D08-3147EA5A1734}"/>
                  </a:ext>
                </a:extLst>
              </p:cNvPr>
              <p:cNvSpPr/>
              <p:nvPr/>
            </p:nvSpPr>
            <p:spPr>
              <a:xfrm>
                <a:off x="7139759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chemeClr val="accent2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54" name="Freeform: Shape 17">
                <a:extLst>
                  <a:ext uri="{FF2B5EF4-FFF2-40B4-BE49-F238E27FC236}">
                    <a16:creationId xmlns:a16="http://schemas.microsoft.com/office/drawing/2014/main" id="{2757EAE5-8C6A-452C-9A4B-7A71BBF68BB8}"/>
                  </a:ext>
                </a:extLst>
              </p:cNvPr>
              <p:cNvSpPr/>
              <p:nvPr/>
            </p:nvSpPr>
            <p:spPr>
              <a:xfrm>
                <a:off x="7280788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chemeClr val="accent2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55" name="Freeform: Shape 18">
                <a:extLst>
                  <a:ext uri="{FF2B5EF4-FFF2-40B4-BE49-F238E27FC236}">
                    <a16:creationId xmlns:a16="http://schemas.microsoft.com/office/drawing/2014/main" id="{9A398514-6CBA-493F-8416-AE84CB3E34D9}"/>
                  </a:ext>
                </a:extLst>
              </p:cNvPr>
              <p:cNvSpPr/>
              <p:nvPr/>
            </p:nvSpPr>
            <p:spPr>
              <a:xfrm>
                <a:off x="7349773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99402" y="0"/>
                      <a:pt x="195722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chemeClr val="accent1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56" name="Freeform: Shape 19">
                <a:extLst>
                  <a:ext uri="{FF2B5EF4-FFF2-40B4-BE49-F238E27FC236}">
                    <a16:creationId xmlns:a16="http://schemas.microsoft.com/office/drawing/2014/main" id="{248BDF24-2CD8-4F98-A671-38A09AFC3B84}"/>
                  </a:ext>
                </a:extLst>
              </p:cNvPr>
              <p:cNvSpPr/>
              <p:nvPr/>
            </p:nvSpPr>
            <p:spPr>
              <a:xfrm>
                <a:off x="7548511" y="2927282"/>
                <a:ext cx="41911" cy="2569908"/>
              </a:xfrm>
              <a:custGeom>
                <a:avLst/>
                <a:gdLst>
                  <a:gd name="connsiteX0" fmla="*/ 0 w 115584"/>
                  <a:gd name="connsiteY0" fmla="*/ 6753975 h 6850294"/>
                  <a:gd name="connsiteX1" fmla="*/ 13099 w 115584"/>
                  <a:gd name="connsiteY1" fmla="*/ 0 h 6850294"/>
                  <a:gd name="connsiteX2" fmla="*/ 118666 w 115584"/>
                  <a:gd name="connsiteY2" fmla="*/ 0 h 6850294"/>
                  <a:gd name="connsiteX3" fmla="*/ 118666 w 115584"/>
                  <a:gd name="connsiteY3" fmla="*/ 6855688 h 6850294"/>
                  <a:gd name="connsiteX0" fmla="*/ 0 w 111805"/>
                  <a:gd name="connsiteY0" fmla="*/ 6836322 h 6855688"/>
                  <a:gd name="connsiteX1" fmla="*/ 6237 w 111805"/>
                  <a:gd name="connsiteY1" fmla="*/ 0 h 6855688"/>
                  <a:gd name="connsiteX2" fmla="*/ 111804 w 111805"/>
                  <a:gd name="connsiteY2" fmla="*/ 0 h 6855688"/>
                  <a:gd name="connsiteX3" fmla="*/ 111804 w 111805"/>
                  <a:gd name="connsiteY3" fmla="*/ 6855688 h 6855688"/>
                  <a:gd name="connsiteX0" fmla="*/ 0 w 111804"/>
                  <a:gd name="connsiteY0" fmla="*/ 6853478 h 6855688"/>
                  <a:gd name="connsiteX1" fmla="*/ 6237 w 111804"/>
                  <a:gd name="connsiteY1" fmla="*/ 0 h 6855688"/>
                  <a:gd name="connsiteX2" fmla="*/ 111804 w 111804"/>
                  <a:gd name="connsiteY2" fmla="*/ 0 h 6855688"/>
                  <a:gd name="connsiteX3" fmla="*/ 111804 w 111804"/>
                  <a:gd name="connsiteY3" fmla="*/ 6855688 h 68556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1804" h="6855688">
                    <a:moveTo>
                      <a:pt x="0" y="6853478"/>
                    </a:moveTo>
                    <a:cubicBezTo>
                      <a:pt x="14640" y="4603437"/>
                      <a:pt x="3155" y="2253123"/>
                      <a:pt x="6237" y="0"/>
                    </a:cubicBezTo>
                    <a:lnTo>
                      <a:pt x="111804" y="0"/>
                    </a:lnTo>
                    <a:lnTo>
                      <a:pt x="111804" y="6855688"/>
                    </a:lnTo>
                  </a:path>
                </a:pathLst>
              </a:custGeom>
              <a:solidFill>
                <a:schemeClr val="accent1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57" name="Freeform: Shape 20">
                <a:extLst>
                  <a:ext uri="{FF2B5EF4-FFF2-40B4-BE49-F238E27FC236}">
                    <a16:creationId xmlns:a16="http://schemas.microsoft.com/office/drawing/2014/main" id="{7984C3E4-7628-40C8-85CA-E19FCBCEF3F1}"/>
                  </a:ext>
                </a:extLst>
              </p:cNvPr>
              <p:cNvSpPr/>
              <p:nvPr/>
            </p:nvSpPr>
            <p:spPr>
              <a:xfrm>
                <a:off x="7485249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chemeClr val="accent1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58" name="Freeform: Shape 21">
                <a:extLst>
                  <a:ext uri="{FF2B5EF4-FFF2-40B4-BE49-F238E27FC236}">
                    <a16:creationId xmlns:a16="http://schemas.microsoft.com/office/drawing/2014/main" id="{8C53762C-C9DB-488B-A6C3-D2EF997D4824}"/>
                  </a:ext>
                </a:extLst>
              </p:cNvPr>
              <p:cNvSpPr/>
              <p:nvPr/>
            </p:nvSpPr>
            <p:spPr>
              <a:xfrm>
                <a:off x="7616134" y="2926994"/>
                <a:ext cx="28885" cy="2567886"/>
              </a:xfrm>
              <a:custGeom>
                <a:avLst/>
                <a:gdLst>
                  <a:gd name="connsiteX0" fmla="*/ 0 w 77056"/>
                  <a:gd name="connsiteY0" fmla="*/ 6854918 h 6850294"/>
                  <a:gd name="connsiteX1" fmla="*/ 0 w 77056"/>
                  <a:gd name="connsiteY1" fmla="*/ 0 h 6850294"/>
                  <a:gd name="connsiteX2" fmla="*/ 78597 w 77056"/>
                  <a:gd name="connsiteY2" fmla="*/ 0 h 6850294"/>
                  <a:gd name="connsiteX3" fmla="*/ 78597 w 77056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056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25428" y="0"/>
                      <a:pt x="50087" y="0"/>
                      <a:pt x="78597" y="0"/>
                    </a:cubicBezTo>
                    <a:cubicBezTo>
                      <a:pt x="78597" y="2283175"/>
                      <a:pt x="78597" y="4566350"/>
                      <a:pt x="78597" y="6854918"/>
                    </a:cubicBezTo>
                  </a:path>
                </a:pathLst>
              </a:custGeom>
              <a:solidFill>
                <a:schemeClr val="accent1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59" name="Freeform: Shape 22">
                <a:extLst>
                  <a:ext uri="{FF2B5EF4-FFF2-40B4-BE49-F238E27FC236}">
                    <a16:creationId xmlns:a16="http://schemas.microsoft.com/office/drawing/2014/main" id="{1A8ED041-2586-48E4-ACBE-6C2ED338E966}"/>
                  </a:ext>
                </a:extLst>
              </p:cNvPr>
              <p:cNvSpPr/>
              <p:nvPr/>
            </p:nvSpPr>
            <p:spPr>
              <a:xfrm>
                <a:off x="6838507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chemeClr val="accent3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60" name="Freeform: Shape 23">
                <a:extLst>
                  <a:ext uri="{FF2B5EF4-FFF2-40B4-BE49-F238E27FC236}">
                    <a16:creationId xmlns:a16="http://schemas.microsoft.com/office/drawing/2014/main" id="{E2E2C08D-AFC1-4D38-B19D-ECAA791E7E03}"/>
                  </a:ext>
                </a:extLst>
              </p:cNvPr>
              <p:cNvSpPr/>
              <p:nvPr/>
            </p:nvSpPr>
            <p:spPr>
              <a:xfrm>
                <a:off x="698099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solidFill>
                <a:schemeClr val="accent3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61" name="Freeform: Shape 24">
                <a:extLst>
                  <a:ext uri="{FF2B5EF4-FFF2-40B4-BE49-F238E27FC236}">
                    <a16:creationId xmlns:a16="http://schemas.microsoft.com/office/drawing/2014/main" id="{53B015E2-EB41-454F-B249-A3924B2C56A7}"/>
                  </a:ext>
                </a:extLst>
              </p:cNvPr>
              <p:cNvSpPr/>
              <p:nvPr/>
            </p:nvSpPr>
            <p:spPr>
              <a:xfrm>
                <a:off x="706505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solidFill>
                <a:schemeClr val="accent3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62" name="Freeform: Shape 25">
                <a:extLst>
                  <a:ext uri="{FF2B5EF4-FFF2-40B4-BE49-F238E27FC236}">
                    <a16:creationId xmlns:a16="http://schemas.microsoft.com/office/drawing/2014/main" id="{018D5BE2-ED44-4289-8EFA-42F5721FBB85}"/>
                  </a:ext>
                </a:extLst>
              </p:cNvPr>
              <p:cNvSpPr/>
              <p:nvPr/>
            </p:nvSpPr>
            <p:spPr>
              <a:xfrm>
                <a:off x="6754449" y="2926127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solidFill>
                <a:schemeClr val="accent3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63" name="Freeform: Shape 26">
                <a:extLst>
                  <a:ext uri="{FF2B5EF4-FFF2-40B4-BE49-F238E27FC236}">
                    <a16:creationId xmlns:a16="http://schemas.microsoft.com/office/drawing/2014/main" id="{FEBA9FA3-A7E2-4C7A-A66C-36068833FD70}"/>
                  </a:ext>
                </a:extLst>
              </p:cNvPr>
              <p:cNvSpPr/>
              <p:nvPr/>
            </p:nvSpPr>
            <p:spPr>
              <a:xfrm>
                <a:off x="633491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335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3351"/>
                    </a:moveTo>
                    <a:cubicBezTo>
                      <a:pt x="0" y="4262748"/>
                      <a:pt x="0" y="213291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1374"/>
                      <a:pt x="103255" y="4260436"/>
                      <a:pt x="103255" y="6393351"/>
                    </a:cubicBezTo>
                  </a:path>
                </a:pathLst>
              </a:custGeom>
              <a:solidFill>
                <a:schemeClr val="accent5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64" name="Freeform: Shape 27">
                <a:extLst>
                  <a:ext uri="{FF2B5EF4-FFF2-40B4-BE49-F238E27FC236}">
                    <a16:creationId xmlns:a16="http://schemas.microsoft.com/office/drawing/2014/main" id="{DCE49181-A192-4FDD-8E4A-6CE1DB81A373}"/>
                  </a:ext>
                </a:extLst>
              </p:cNvPr>
              <p:cNvSpPr/>
              <p:nvPr/>
            </p:nvSpPr>
            <p:spPr>
              <a:xfrm>
                <a:off x="6159871" y="2926127"/>
                <a:ext cx="37550" cy="2397464"/>
              </a:xfrm>
              <a:custGeom>
                <a:avLst/>
                <a:gdLst>
                  <a:gd name="connsiteX0" fmla="*/ 0 w 100173"/>
                  <a:gd name="connsiteY0" fmla="*/ 6395663 h 6395662"/>
                  <a:gd name="connsiteX1" fmla="*/ 0 w 100173"/>
                  <a:gd name="connsiteY1" fmla="*/ 0 h 6395662"/>
                  <a:gd name="connsiteX2" fmla="*/ 52398 w 100173"/>
                  <a:gd name="connsiteY2" fmla="*/ 0 h 6395662"/>
                  <a:gd name="connsiteX3" fmla="*/ 103255 w 100173"/>
                  <a:gd name="connsiteY3" fmla="*/ 0 h 6395662"/>
                  <a:gd name="connsiteX4" fmla="*/ 103255 w 100173"/>
                  <a:gd name="connsiteY4" fmla="*/ 6395663 h 63956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173" h="6395662">
                    <a:moveTo>
                      <a:pt x="0" y="6395663"/>
                    </a:moveTo>
                    <a:cubicBezTo>
                      <a:pt x="0" y="4265060"/>
                      <a:pt x="0" y="2135227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132915"/>
                      <a:pt x="103255" y="4261977"/>
                      <a:pt x="103255" y="6395663"/>
                    </a:cubicBezTo>
                  </a:path>
                </a:pathLst>
              </a:custGeom>
              <a:solidFill>
                <a:schemeClr val="accent5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65" name="Freeform: Shape 28">
                <a:extLst>
                  <a:ext uri="{FF2B5EF4-FFF2-40B4-BE49-F238E27FC236}">
                    <a16:creationId xmlns:a16="http://schemas.microsoft.com/office/drawing/2014/main" id="{08B99DFA-675D-47CD-AAA5-48F4B7263F7F}"/>
                  </a:ext>
                </a:extLst>
              </p:cNvPr>
              <p:cNvSpPr/>
              <p:nvPr/>
            </p:nvSpPr>
            <p:spPr>
              <a:xfrm>
                <a:off x="6231712" y="2926127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chemeClr val="accent5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66" name="Freeform: Shape 29">
                <a:extLst>
                  <a:ext uri="{FF2B5EF4-FFF2-40B4-BE49-F238E27FC236}">
                    <a16:creationId xmlns:a16="http://schemas.microsoft.com/office/drawing/2014/main" id="{A3A52561-2F81-45D4-BB63-98DD6D95E5E9}"/>
                  </a:ext>
                </a:extLst>
              </p:cNvPr>
              <p:cNvSpPr/>
              <p:nvPr/>
            </p:nvSpPr>
            <p:spPr>
              <a:xfrm>
                <a:off x="6598401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chemeClr val="accent4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67" name="Freeform: Shape 30">
                <a:extLst>
                  <a:ext uri="{FF2B5EF4-FFF2-40B4-BE49-F238E27FC236}">
                    <a16:creationId xmlns:a16="http://schemas.microsoft.com/office/drawing/2014/main" id="{53780AFD-C7BF-438C-8ACF-ADB70736488F}"/>
                  </a:ext>
                </a:extLst>
              </p:cNvPr>
              <p:cNvSpPr/>
              <p:nvPr/>
            </p:nvSpPr>
            <p:spPr>
              <a:xfrm>
                <a:off x="6680669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solidFill>
                <a:schemeClr val="accent4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68" name="Freeform: Shape 31">
                <a:extLst>
                  <a:ext uri="{FF2B5EF4-FFF2-40B4-BE49-F238E27FC236}">
                    <a16:creationId xmlns:a16="http://schemas.microsoft.com/office/drawing/2014/main" id="{D1DA5EF5-6153-4FA1-B3B6-C7EA4D7C45C7}"/>
                  </a:ext>
                </a:extLst>
              </p:cNvPr>
              <p:cNvSpPr/>
              <p:nvPr/>
            </p:nvSpPr>
            <p:spPr>
              <a:xfrm>
                <a:off x="651613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181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181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181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134" y="0"/>
                      <a:pt x="67039" y="0"/>
                      <a:pt x="103255" y="0"/>
                    </a:cubicBezTo>
                    <a:cubicBezTo>
                      <a:pt x="103255" y="2130603"/>
                      <a:pt x="103255" y="4260436"/>
                      <a:pt x="103255" y="6391811"/>
                    </a:cubicBezTo>
                  </a:path>
                </a:pathLst>
              </a:custGeom>
              <a:solidFill>
                <a:schemeClr val="accent4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69" name="Freeform: Shape 32">
                <a:extLst>
                  <a:ext uri="{FF2B5EF4-FFF2-40B4-BE49-F238E27FC236}">
                    <a16:creationId xmlns:a16="http://schemas.microsoft.com/office/drawing/2014/main" id="{F80C8E45-AA03-497B-9ABE-2E9B8BC26557}"/>
                  </a:ext>
                </a:extLst>
              </p:cNvPr>
              <p:cNvSpPr/>
              <p:nvPr/>
            </p:nvSpPr>
            <p:spPr>
              <a:xfrm>
                <a:off x="6399205" y="2927282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chemeClr val="accent4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70" name="Freeform: Shape 33">
                <a:extLst>
                  <a:ext uri="{FF2B5EF4-FFF2-40B4-BE49-F238E27FC236}">
                    <a16:creationId xmlns:a16="http://schemas.microsoft.com/office/drawing/2014/main" id="{B33154AB-DAF1-4E1D-AED0-2C8B79C6FE97}"/>
                  </a:ext>
                </a:extLst>
              </p:cNvPr>
              <p:cNvSpPr/>
              <p:nvPr/>
            </p:nvSpPr>
            <p:spPr>
              <a:xfrm>
                <a:off x="5237391" y="2926127"/>
                <a:ext cx="144425" cy="2394576"/>
              </a:xfrm>
              <a:custGeom>
                <a:avLst/>
                <a:gdLst>
                  <a:gd name="connsiteX0" fmla="*/ 0 w 385280"/>
                  <a:gd name="connsiteY0" fmla="*/ 6393351 h 6387957"/>
                  <a:gd name="connsiteX1" fmla="*/ 0 w 385280"/>
                  <a:gd name="connsiteY1" fmla="*/ 0 h 6387957"/>
                  <a:gd name="connsiteX2" fmla="*/ 387593 w 385280"/>
                  <a:gd name="connsiteY2" fmla="*/ 0 h 6387957"/>
                  <a:gd name="connsiteX3" fmla="*/ 387593 w 38528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5280" h="6387957">
                    <a:moveTo>
                      <a:pt x="0" y="639335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128684" y="0"/>
                      <a:pt x="256597" y="0"/>
                      <a:pt x="387593" y="0"/>
                    </a:cubicBezTo>
                    <a:cubicBezTo>
                      <a:pt x="387593" y="2130603"/>
                      <a:pt x="387593" y="4261207"/>
                      <a:pt x="387593" y="6393351"/>
                    </a:cubicBezTo>
                  </a:path>
                </a:pathLst>
              </a:custGeom>
              <a:solidFill>
                <a:schemeClr val="accent3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71" name="Freeform: Shape 34">
                <a:extLst>
                  <a:ext uri="{FF2B5EF4-FFF2-40B4-BE49-F238E27FC236}">
                    <a16:creationId xmlns:a16="http://schemas.microsoft.com/office/drawing/2014/main" id="{6E905E38-B653-4270-89DB-6739B8AED375}"/>
                  </a:ext>
                </a:extLst>
              </p:cNvPr>
              <p:cNvSpPr/>
              <p:nvPr/>
            </p:nvSpPr>
            <p:spPr>
              <a:xfrm>
                <a:off x="5123269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59666"/>
                      <a:pt x="198805" y="6392581"/>
                    </a:cubicBezTo>
                  </a:path>
                </a:pathLst>
              </a:custGeom>
              <a:solidFill>
                <a:schemeClr val="accent3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72" name="Freeform: Shape 35">
                <a:extLst>
                  <a:ext uri="{FF2B5EF4-FFF2-40B4-BE49-F238E27FC236}">
                    <a16:creationId xmlns:a16="http://schemas.microsoft.com/office/drawing/2014/main" id="{C46E5A34-F6FC-40B7-8BD9-CA4870D3EACB}"/>
                  </a:ext>
                </a:extLst>
              </p:cNvPr>
              <p:cNvSpPr/>
              <p:nvPr/>
            </p:nvSpPr>
            <p:spPr>
              <a:xfrm>
                <a:off x="5611343" y="2927282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chemeClr val="accent3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73" name="Freeform: Shape 36">
                <a:extLst>
                  <a:ext uri="{FF2B5EF4-FFF2-40B4-BE49-F238E27FC236}">
                    <a16:creationId xmlns:a16="http://schemas.microsoft.com/office/drawing/2014/main" id="{5FA3DBA7-F8ED-45A6-819E-A85FBC355BCB}"/>
                  </a:ext>
                </a:extLst>
              </p:cNvPr>
              <p:cNvSpPr/>
              <p:nvPr/>
            </p:nvSpPr>
            <p:spPr>
              <a:xfrm>
                <a:off x="5407259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10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chemeClr val="accent3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74" name="Freeform: Shape 37">
                <a:extLst>
                  <a:ext uri="{FF2B5EF4-FFF2-40B4-BE49-F238E27FC236}">
                    <a16:creationId xmlns:a16="http://schemas.microsoft.com/office/drawing/2014/main" id="{6D4897DB-997C-4440-9C15-09B6C34994D1}"/>
                  </a:ext>
                </a:extLst>
              </p:cNvPr>
              <p:cNvSpPr/>
              <p:nvPr/>
            </p:nvSpPr>
            <p:spPr>
              <a:xfrm>
                <a:off x="5470252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chemeClr val="accent3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75" name="Freeform: Shape 38">
                <a:extLst>
                  <a:ext uri="{FF2B5EF4-FFF2-40B4-BE49-F238E27FC236}">
                    <a16:creationId xmlns:a16="http://schemas.microsoft.com/office/drawing/2014/main" id="{60C5513F-881C-4B26-9ADB-6A46166CB483}"/>
                  </a:ext>
                </a:extLst>
              </p:cNvPr>
              <p:cNvSpPr/>
              <p:nvPr/>
            </p:nvSpPr>
            <p:spPr>
              <a:xfrm>
                <a:off x="5533244" y="2926127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chemeClr val="accent3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</p:grp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621D202A-5DDC-4586-837E-E89610285CC9}"/>
                </a:ext>
              </a:extLst>
            </p:cNvPr>
            <p:cNvSpPr/>
            <p:nvPr/>
          </p:nvSpPr>
          <p:spPr>
            <a:xfrm>
              <a:off x="0" y="-699"/>
              <a:ext cx="12191999" cy="646331"/>
            </a:xfrm>
            <a:prstGeom prst="rect">
              <a:avLst/>
            </a:prstGeom>
            <a:solidFill>
              <a:schemeClr val="bg1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algn="ctr"/>
              <a:endParaRPr lang="ko-KR" altLang="en-US" sz="3600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itchFamily="18" charset="0"/>
              </a:endParaRPr>
            </a:p>
          </p:txBody>
        </p:sp>
        <p:pic>
          <p:nvPicPr>
            <p:cNvPr id="77" name="Picture 76">
              <a:extLst>
                <a:ext uri="{FF2B5EF4-FFF2-40B4-BE49-F238E27FC236}">
                  <a16:creationId xmlns:a16="http://schemas.microsoft.com/office/drawing/2014/main" id="{C10207E4-A41E-4E56-9165-4F7135FB076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587" y="34941"/>
              <a:ext cx="1343005" cy="575049"/>
            </a:xfrm>
            <a:prstGeom prst="rect">
              <a:avLst/>
            </a:prstGeom>
          </p:spPr>
        </p:pic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8C098857-E541-4069-B9EA-AF75614C0ABE}"/>
                </a:ext>
              </a:extLst>
            </p:cNvPr>
            <p:cNvSpPr txBox="1"/>
            <p:nvPr/>
          </p:nvSpPr>
          <p:spPr>
            <a:xfrm>
              <a:off x="3258798" y="84039"/>
              <a:ext cx="5674404" cy="5480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15000"/>
                </a:lnSpc>
                <a:spcAft>
                  <a:spcPts val="800"/>
                </a:spcAft>
              </a:pPr>
              <a:endParaRPr lang="en-US" sz="2800" b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81" name="Picture 80" descr="A diagram of data processing&#10;&#10;AI-generated content may be incorrect.">
            <a:extLst>
              <a:ext uri="{FF2B5EF4-FFF2-40B4-BE49-F238E27FC236}">
                <a16:creationId xmlns:a16="http://schemas.microsoft.com/office/drawing/2014/main" id="{F5130C1F-61AA-8794-8B56-7EA6FC165E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74" t="15484" r="4123" b="21577"/>
          <a:stretch>
            <a:fillRect/>
          </a:stretch>
        </p:blipFill>
        <p:spPr>
          <a:xfrm>
            <a:off x="2140079" y="719825"/>
            <a:ext cx="7727553" cy="5168407"/>
          </a:xfrm>
          <a:prstGeom prst="rect">
            <a:avLst/>
          </a:prstGeom>
        </p:spPr>
      </p:pic>
      <p:sp>
        <p:nvSpPr>
          <p:cNvPr id="82" name="TextBox 81">
            <a:extLst>
              <a:ext uri="{FF2B5EF4-FFF2-40B4-BE49-F238E27FC236}">
                <a16:creationId xmlns:a16="http://schemas.microsoft.com/office/drawing/2014/main" id="{53A43CC9-0A16-EB20-38AF-81A3FADB316A}"/>
              </a:ext>
            </a:extLst>
          </p:cNvPr>
          <p:cNvSpPr txBox="1"/>
          <p:nvPr/>
        </p:nvSpPr>
        <p:spPr>
          <a:xfrm>
            <a:off x="2794167" y="30077"/>
            <a:ext cx="6603667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 End-to-End Data Science Project</a:t>
            </a:r>
            <a:endParaRPr sz="3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5D3B3150-BB8F-ADEA-5173-3BF3249D7C81}"/>
                  </a:ext>
                </a:extLst>
              </p14:cNvPr>
              <p14:cNvContentPartPr/>
              <p14:nvPr/>
            </p14:nvContentPartPr>
            <p14:xfrm>
              <a:off x="2674370" y="4728468"/>
              <a:ext cx="332280" cy="11160"/>
            </p14:xfrm>
          </p:contentPart>
        </mc:Choice>
        <mc:Fallback xmlns=""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5D3B3150-BB8F-ADEA-5173-3BF3249D7C8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620370" y="4620828"/>
                <a:ext cx="439920" cy="226800"/>
              </a:xfrm>
              <a:prstGeom prst="rect">
                <a:avLst/>
              </a:prstGeom>
            </p:spPr>
          </p:pic>
        </mc:Fallback>
      </mc:AlternateContent>
      <p:sp>
        <p:nvSpPr>
          <p:cNvPr id="86" name="Rectangle 85">
            <a:extLst>
              <a:ext uri="{FF2B5EF4-FFF2-40B4-BE49-F238E27FC236}">
                <a16:creationId xmlns:a16="http://schemas.microsoft.com/office/drawing/2014/main" id="{B9F197AB-8ECC-06C3-E4B6-4B8C60740CC6}"/>
              </a:ext>
            </a:extLst>
          </p:cNvPr>
          <p:cNvSpPr/>
          <p:nvPr/>
        </p:nvSpPr>
        <p:spPr>
          <a:xfrm>
            <a:off x="2447063" y="4601497"/>
            <a:ext cx="1736929" cy="2359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88" name="Graphic 87">
            <a:extLst>
              <a:ext uri="{FF2B5EF4-FFF2-40B4-BE49-F238E27FC236}">
                <a16:creationId xmlns:a16="http://schemas.microsoft.com/office/drawing/2014/main" id="{46598FE8-DE0A-3B62-4D84-A15A02846E5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426571" y="86988"/>
            <a:ext cx="2997744" cy="1686231"/>
          </a:xfrm>
          <a:prstGeom prst="rect">
            <a:avLst/>
          </a:prstGeom>
        </p:spPr>
      </p:pic>
      <p:sp>
        <p:nvSpPr>
          <p:cNvPr id="90" name="TextBox 89">
            <a:extLst>
              <a:ext uri="{FF2B5EF4-FFF2-40B4-BE49-F238E27FC236}">
                <a16:creationId xmlns:a16="http://schemas.microsoft.com/office/drawing/2014/main" id="{973121BA-9702-01E2-F2AA-DD0AF23FA734}"/>
              </a:ext>
            </a:extLst>
          </p:cNvPr>
          <p:cNvSpPr txBox="1"/>
          <p:nvPr/>
        </p:nvSpPr>
        <p:spPr>
          <a:xfrm>
            <a:off x="2157818" y="5918094"/>
            <a:ext cx="825526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wasn't just a static analysis; it was the creation of a complete data product.</a:t>
            </a:r>
            <a:endParaRPr lang="en-IN" sz="20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51060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" name="Group 78">
            <a:extLst>
              <a:ext uri="{FF2B5EF4-FFF2-40B4-BE49-F238E27FC236}">
                <a16:creationId xmlns:a16="http://schemas.microsoft.com/office/drawing/2014/main" id="{8AB83803-82FF-4FDF-A9E4-FA57E548D4DF}"/>
              </a:ext>
            </a:extLst>
          </p:cNvPr>
          <p:cNvGrpSpPr/>
          <p:nvPr/>
        </p:nvGrpSpPr>
        <p:grpSpPr>
          <a:xfrm>
            <a:off x="0" y="-699"/>
            <a:ext cx="12196232" cy="6859933"/>
            <a:chOff x="0" y="-699"/>
            <a:chExt cx="12196232" cy="6859933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4F7233E0-8B4C-403F-B4DC-1EAABD525929}"/>
                </a:ext>
              </a:extLst>
            </p:cNvPr>
            <p:cNvGrpSpPr/>
            <p:nvPr/>
          </p:nvGrpSpPr>
          <p:grpSpPr>
            <a:xfrm>
              <a:off x="4232" y="6382984"/>
              <a:ext cx="12192000" cy="476250"/>
              <a:chOff x="0" y="6381750"/>
              <a:chExt cx="12192000" cy="476250"/>
            </a:xfrm>
            <a:solidFill>
              <a:srgbClr val="C00000"/>
            </a:solidFill>
          </p:grpSpPr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C3EDFE22-777C-4E40-82E4-FD5DB11D8B63}"/>
                  </a:ext>
                </a:extLst>
              </p:cNvPr>
              <p:cNvSpPr/>
              <p:nvPr/>
            </p:nvSpPr>
            <p:spPr>
              <a:xfrm>
                <a:off x="0" y="6381750"/>
                <a:ext cx="12192000" cy="47625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grpSp>
            <p:nvGrpSpPr>
              <p:cNvPr id="4" name="Group 3">
                <a:extLst>
                  <a:ext uri="{FF2B5EF4-FFF2-40B4-BE49-F238E27FC236}">
                    <a16:creationId xmlns:a16="http://schemas.microsoft.com/office/drawing/2014/main" id="{314080B3-0E2C-457A-A722-47CA48E69C19}"/>
                  </a:ext>
                </a:extLst>
              </p:cNvPr>
              <p:cNvGrpSpPr/>
              <p:nvPr/>
            </p:nvGrpSpPr>
            <p:grpSpPr>
              <a:xfrm>
                <a:off x="160089" y="6467143"/>
                <a:ext cx="4087748" cy="273466"/>
                <a:chOff x="4366684" y="2926127"/>
                <a:chExt cx="3278335" cy="2571063"/>
              </a:xfrm>
              <a:grpFill/>
            </p:grpSpPr>
            <p:sp>
              <p:nvSpPr>
                <p:cNvPr id="5" name="Freeform: Shape 4">
                  <a:extLst>
                    <a:ext uri="{FF2B5EF4-FFF2-40B4-BE49-F238E27FC236}">
                      <a16:creationId xmlns:a16="http://schemas.microsoft.com/office/drawing/2014/main" id="{375F0EE2-DB06-4E1C-9F66-EAACEFA99A97}"/>
                    </a:ext>
                  </a:extLst>
                </p:cNvPr>
                <p:cNvSpPr/>
                <p:nvPr/>
              </p:nvSpPr>
              <p:spPr>
                <a:xfrm>
                  <a:off x="4744501" y="2926994"/>
                  <a:ext cx="72212" cy="2394576"/>
                </a:xfrm>
                <a:custGeom>
                  <a:avLst/>
                  <a:gdLst>
                    <a:gd name="connsiteX0" fmla="*/ 0 w 192640"/>
                    <a:gd name="connsiteY0" fmla="*/ 6393351 h 6387957"/>
                    <a:gd name="connsiteX1" fmla="*/ 0 w 192640"/>
                    <a:gd name="connsiteY1" fmla="*/ 0 h 6387957"/>
                    <a:gd name="connsiteX2" fmla="*/ 198034 w 192640"/>
                    <a:gd name="connsiteY2" fmla="*/ 0 h 6387957"/>
                    <a:gd name="connsiteX3" fmla="*/ 198034 w 192640"/>
                    <a:gd name="connsiteY3" fmla="*/ 639335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2640" h="6387957">
                      <a:moveTo>
                        <a:pt x="0" y="6393351"/>
                      </a:moveTo>
                      <a:cubicBezTo>
                        <a:pt x="0" y="4261207"/>
                        <a:pt x="0" y="2132145"/>
                        <a:pt x="0" y="0"/>
                      </a:cubicBezTo>
                      <a:cubicBezTo>
                        <a:pt x="67039" y="0"/>
                        <a:pt x="131766" y="0"/>
                        <a:pt x="198034" y="0"/>
                      </a:cubicBezTo>
                      <a:cubicBezTo>
                        <a:pt x="198034" y="2132145"/>
                        <a:pt x="198034" y="4261207"/>
                        <a:pt x="198034" y="639335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6" name="Freeform: Shape 5">
                  <a:extLst>
                    <a:ext uri="{FF2B5EF4-FFF2-40B4-BE49-F238E27FC236}">
                      <a16:creationId xmlns:a16="http://schemas.microsoft.com/office/drawing/2014/main" id="{175E547C-4DF2-4010-A85D-7C2F6E73C80D}"/>
                    </a:ext>
                  </a:extLst>
                </p:cNvPr>
                <p:cNvSpPr/>
                <p:nvPr/>
              </p:nvSpPr>
              <p:spPr>
                <a:xfrm>
                  <a:off x="4676621" y="2926994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258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2581"/>
                      </a:moveTo>
                      <a:cubicBezTo>
                        <a:pt x="0" y="4261207"/>
                        <a:pt x="0" y="2131374"/>
                        <a:pt x="0" y="0"/>
                      </a:cubicBezTo>
                      <a:cubicBezTo>
                        <a:pt x="34675" y="0"/>
                        <a:pt x="67809" y="0"/>
                        <a:pt x="103255" y="0"/>
                      </a:cubicBezTo>
                      <a:cubicBezTo>
                        <a:pt x="103255" y="2130603"/>
                        <a:pt x="103255" y="4260437"/>
                        <a:pt x="10325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7" name="Freeform: Shape 6">
                  <a:extLst>
                    <a:ext uri="{FF2B5EF4-FFF2-40B4-BE49-F238E27FC236}">
                      <a16:creationId xmlns:a16="http://schemas.microsoft.com/office/drawing/2014/main" id="{3F8BF4F1-A2B9-4C23-BC26-20CA699DD57A}"/>
                    </a:ext>
                  </a:extLst>
                </p:cNvPr>
                <p:cNvSpPr/>
                <p:nvPr/>
              </p:nvSpPr>
              <p:spPr>
                <a:xfrm>
                  <a:off x="5706626" y="2927282"/>
                  <a:ext cx="109764" cy="2394576"/>
                </a:xfrm>
                <a:custGeom>
                  <a:avLst/>
                  <a:gdLst>
                    <a:gd name="connsiteX0" fmla="*/ 0 w 292813"/>
                    <a:gd name="connsiteY0" fmla="*/ 6392581 h 6387957"/>
                    <a:gd name="connsiteX1" fmla="*/ 0 w 292813"/>
                    <a:gd name="connsiteY1" fmla="*/ 0 h 6387957"/>
                    <a:gd name="connsiteX2" fmla="*/ 295125 w 292813"/>
                    <a:gd name="connsiteY2" fmla="*/ 0 h 6387957"/>
                    <a:gd name="connsiteX3" fmla="*/ 295125 w 29281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92813" h="6387957">
                      <a:moveTo>
                        <a:pt x="0" y="6392581"/>
                      </a:moveTo>
                      <a:cubicBezTo>
                        <a:pt x="0" y="4261978"/>
                        <a:pt x="0" y="2132145"/>
                        <a:pt x="0" y="0"/>
                      </a:cubicBezTo>
                      <a:cubicBezTo>
                        <a:pt x="97091" y="0"/>
                        <a:pt x="194952" y="0"/>
                        <a:pt x="295125" y="0"/>
                      </a:cubicBezTo>
                      <a:cubicBezTo>
                        <a:pt x="295125" y="2130603"/>
                        <a:pt x="295125" y="4259666"/>
                        <a:pt x="29512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8" name="Freeform: Shape 7">
                  <a:extLst>
                    <a:ext uri="{FF2B5EF4-FFF2-40B4-BE49-F238E27FC236}">
                      <a16:creationId xmlns:a16="http://schemas.microsoft.com/office/drawing/2014/main" id="{1BB7A337-F067-4346-AD27-97742504B3F6}"/>
                    </a:ext>
                  </a:extLst>
                </p:cNvPr>
                <p:cNvSpPr/>
                <p:nvPr/>
              </p:nvSpPr>
              <p:spPr>
                <a:xfrm>
                  <a:off x="5022376" y="2926994"/>
                  <a:ext cx="75101" cy="2394576"/>
                </a:xfrm>
                <a:custGeom>
                  <a:avLst/>
                  <a:gdLst>
                    <a:gd name="connsiteX0" fmla="*/ 0 w 200346"/>
                    <a:gd name="connsiteY0" fmla="*/ 6392581 h 6387957"/>
                    <a:gd name="connsiteX1" fmla="*/ 0 w 200346"/>
                    <a:gd name="connsiteY1" fmla="*/ 0 h 6387957"/>
                    <a:gd name="connsiteX2" fmla="*/ 201117 w 200346"/>
                    <a:gd name="connsiteY2" fmla="*/ 0 h 6387957"/>
                    <a:gd name="connsiteX3" fmla="*/ 201117 w 200346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00346" h="6387957">
                      <a:moveTo>
                        <a:pt x="0" y="6392581"/>
                      </a:moveTo>
                      <a:cubicBezTo>
                        <a:pt x="0" y="4261207"/>
                        <a:pt x="0" y="2132145"/>
                        <a:pt x="0" y="0"/>
                      </a:cubicBezTo>
                      <a:cubicBezTo>
                        <a:pt x="67039" y="0"/>
                        <a:pt x="133307" y="0"/>
                        <a:pt x="201117" y="0"/>
                      </a:cubicBezTo>
                      <a:cubicBezTo>
                        <a:pt x="201117" y="2131374"/>
                        <a:pt x="201117" y="4260437"/>
                        <a:pt x="201117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9" name="Freeform: Shape 8">
                  <a:extLst>
                    <a:ext uri="{FF2B5EF4-FFF2-40B4-BE49-F238E27FC236}">
                      <a16:creationId xmlns:a16="http://schemas.microsoft.com/office/drawing/2014/main" id="{8E795506-C19E-4D33-8ECE-0DF520B3AEFE}"/>
                    </a:ext>
                  </a:extLst>
                </p:cNvPr>
                <p:cNvSpPr/>
                <p:nvPr/>
              </p:nvSpPr>
              <p:spPr>
                <a:xfrm>
                  <a:off x="4877829" y="2926994"/>
                  <a:ext cx="72212" cy="2394576"/>
                </a:xfrm>
                <a:custGeom>
                  <a:avLst/>
                  <a:gdLst>
                    <a:gd name="connsiteX0" fmla="*/ 0 w 192640"/>
                    <a:gd name="connsiteY0" fmla="*/ 6392581 h 6387957"/>
                    <a:gd name="connsiteX1" fmla="*/ 0 w 192640"/>
                    <a:gd name="connsiteY1" fmla="*/ 0 h 6387957"/>
                    <a:gd name="connsiteX2" fmla="*/ 198805 w 192640"/>
                    <a:gd name="connsiteY2" fmla="*/ 0 h 6387957"/>
                    <a:gd name="connsiteX3" fmla="*/ 198805 w 192640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2640" h="6387957">
                      <a:moveTo>
                        <a:pt x="0" y="6392581"/>
                      </a:moveTo>
                      <a:cubicBezTo>
                        <a:pt x="0" y="4261207"/>
                        <a:pt x="0" y="2131374"/>
                        <a:pt x="0" y="0"/>
                      </a:cubicBezTo>
                      <a:cubicBezTo>
                        <a:pt x="67039" y="0"/>
                        <a:pt x="131766" y="0"/>
                        <a:pt x="198805" y="0"/>
                      </a:cubicBezTo>
                      <a:cubicBezTo>
                        <a:pt x="198805" y="2130603"/>
                        <a:pt x="198805" y="4260437"/>
                        <a:pt x="19880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0" name="Freeform: Shape 9">
                  <a:extLst>
                    <a:ext uri="{FF2B5EF4-FFF2-40B4-BE49-F238E27FC236}">
                      <a16:creationId xmlns:a16="http://schemas.microsoft.com/office/drawing/2014/main" id="{3735ADE9-DFBC-40FF-A853-DDEAE403ED0E}"/>
                    </a:ext>
                  </a:extLst>
                </p:cNvPr>
                <p:cNvSpPr/>
                <p:nvPr/>
              </p:nvSpPr>
              <p:spPr>
                <a:xfrm>
                  <a:off x="4559765" y="2926994"/>
                  <a:ext cx="72212" cy="2394576"/>
                </a:xfrm>
                <a:custGeom>
                  <a:avLst/>
                  <a:gdLst>
                    <a:gd name="connsiteX0" fmla="*/ 0 w 192640"/>
                    <a:gd name="connsiteY0" fmla="*/ 6393351 h 6387957"/>
                    <a:gd name="connsiteX1" fmla="*/ 0 w 192640"/>
                    <a:gd name="connsiteY1" fmla="*/ 0 h 6387957"/>
                    <a:gd name="connsiteX2" fmla="*/ 198034 w 192640"/>
                    <a:gd name="connsiteY2" fmla="*/ 0 h 6387957"/>
                    <a:gd name="connsiteX3" fmla="*/ 198034 w 192640"/>
                    <a:gd name="connsiteY3" fmla="*/ 639335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2640" h="6387957">
                      <a:moveTo>
                        <a:pt x="0" y="6393351"/>
                      </a:moveTo>
                      <a:cubicBezTo>
                        <a:pt x="0" y="4261207"/>
                        <a:pt x="0" y="2132145"/>
                        <a:pt x="0" y="0"/>
                      </a:cubicBezTo>
                      <a:cubicBezTo>
                        <a:pt x="67039" y="0"/>
                        <a:pt x="131766" y="0"/>
                        <a:pt x="198034" y="0"/>
                      </a:cubicBezTo>
                      <a:cubicBezTo>
                        <a:pt x="198034" y="2132145"/>
                        <a:pt x="198034" y="4261207"/>
                        <a:pt x="198034" y="639335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1" name="Freeform: Shape 10">
                  <a:extLst>
                    <a:ext uri="{FF2B5EF4-FFF2-40B4-BE49-F238E27FC236}">
                      <a16:creationId xmlns:a16="http://schemas.microsoft.com/office/drawing/2014/main" id="{45B816DB-E16D-434D-9DDC-1E4BB22E411A}"/>
                    </a:ext>
                  </a:extLst>
                </p:cNvPr>
                <p:cNvSpPr/>
                <p:nvPr/>
              </p:nvSpPr>
              <p:spPr>
                <a:xfrm>
                  <a:off x="4433987" y="2926705"/>
                  <a:ext cx="37550" cy="2567886"/>
                </a:xfrm>
                <a:custGeom>
                  <a:avLst/>
                  <a:gdLst>
                    <a:gd name="connsiteX0" fmla="*/ 0 w 100173"/>
                    <a:gd name="connsiteY0" fmla="*/ 6854918 h 6850294"/>
                    <a:gd name="connsiteX1" fmla="*/ 0 w 100173"/>
                    <a:gd name="connsiteY1" fmla="*/ 0 h 6850294"/>
                    <a:gd name="connsiteX2" fmla="*/ 103255 w 100173"/>
                    <a:gd name="connsiteY2" fmla="*/ 0 h 6850294"/>
                    <a:gd name="connsiteX3" fmla="*/ 103255 w 100173"/>
                    <a:gd name="connsiteY3" fmla="*/ 6854918 h 68502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850294">
                      <a:moveTo>
                        <a:pt x="0" y="6854918"/>
                      </a:moveTo>
                      <a:cubicBezTo>
                        <a:pt x="0" y="4570202"/>
                        <a:pt x="0" y="2286257"/>
                        <a:pt x="0" y="0"/>
                      </a:cubicBezTo>
                      <a:cubicBezTo>
                        <a:pt x="34675" y="0"/>
                        <a:pt x="67809" y="0"/>
                        <a:pt x="103255" y="0"/>
                      </a:cubicBezTo>
                      <a:cubicBezTo>
                        <a:pt x="103255" y="2284716"/>
                        <a:pt x="103255" y="4567891"/>
                        <a:pt x="103255" y="6854918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2" name="Freeform: Shape 11">
                  <a:extLst>
                    <a:ext uri="{FF2B5EF4-FFF2-40B4-BE49-F238E27FC236}">
                      <a16:creationId xmlns:a16="http://schemas.microsoft.com/office/drawing/2014/main" id="{D5D6C9B3-F26D-4538-B939-0107B961839D}"/>
                    </a:ext>
                  </a:extLst>
                </p:cNvPr>
                <p:cNvSpPr/>
                <p:nvPr/>
              </p:nvSpPr>
              <p:spPr>
                <a:xfrm>
                  <a:off x="4366684" y="2927282"/>
                  <a:ext cx="37550" cy="2567886"/>
                </a:xfrm>
                <a:custGeom>
                  <a:avLst/>
                  <a:gdLst>
                    <a:gd name="connsiteX0" fmla="*/ 0 w 100173"/>
                    <a:gd name="connsiteY0" fmla="*/ 6854148 h 6850294"/>
                    <a:gd name="connsiteX1" fmla="*/ 0 w 100173"/>
                    <a:gd name="connsiteY1" fmla="*/ 0 h 6850294"/>
                    <a:gd name="connsiteX2" fmla="*/ 103255 w 100173"/>
                    <a:gd name="connsiteY2" fmla="*/ 0 h 6850294"/>
                    <a:gd name="connsiteX3" fmla="*/ 103255 w 100173"/>
                    <a:gd name="connsiteY3" fmla="*/ 6854918 h 68502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850294">
                      <a:moveTo>
                        <a:pt x="0" y="6854148"/>
                      </a:moveTo>
                      <a:cubicBezTo>
                        <a:pt x="0" y="4569432"/>
                        <a:pt x="0" y="2286257"/>
                        <a:pt x="0" y="0"/>
                      </a:cubicBezTo>
                      <a:cubicBezTo>
                        <a:pt x="33905" y="0"/>
                        <a:pt x="67809" y="0"/>
                        <a:pt x="103255" y="0"/>
                      </a:cubicBezTo>
                      <a:cubicBezTo>
                        <a:pt x="103255" y="2285486"/>
                        <a:pt x="103255" y="4568661"/>
                        <a:pt x="103255" y="6854918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3" name="Freeform: Shape 12">
                  <a:extLst>
                    <a:ext uri="{FF2B5EF4-FFF2-40B4-BE49-F238E27FC236}">
                      <a16:creationId xmlns:a16="http://schemas.microsoft.com/office/drawing/2014/main" id="{EC07D1C9-009A-483F-95D8-AE22DC2CD8D8}"/>
                    </a:ext>
                  </a:extLst>
                </p:cNvPr>
                <p:cNvSpPr/>
                <p:nvPr/>
              </p:nvSpPr>
              <p:spPr>
                <a:xfrm>
                  <a:off x="5957386" y="2926705"/>
                  <a:ext cx="37550" cy="2567886"/>
                </a:xfrm>
                <a:custGeom>
                  <a:avLst/>
                  <a:gdLst>
                    <a:gd name="connsiteX0" fmla="*/ 0 w 100173"/>
                    <a:gd name="connsiteY0" fmla="*/ 6854918 h 6850294"/>
                    <a:gd name="connsiteX1" fmla="*/ 0 w 100173"/>
                    <a:gd name="connsiteY1" fmla="*/ 0 h 6850294"/>
                    <a:gd name="connsiteX2" fmla="*/ 103255 w 100173"/>
                    <a:gd name="connsiteY2" fmla="*/ 0 h 6850294"/>
                    <a:gd name="connsiteX3" fmla="*/ 103255 w 100173"/>
                    <a:gd name="connsiteY3" fmla="*/ 6854918 h 68502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850294">
                      <a:moveTo>
                        <a:pt x="0" y="6854918"/>
                      </a:moveTo>
                      <a:cubicBezTo>
                        <a:pt x="0" y="4570202"/>
                        <a:pt x="0" y="2286257"/>
                        <a:pt x="0" y="0"/>
                      </a:cubicBezTo>
                      <a:cubicBezTo>
                        <a:pt x="34675" y="0"/>
                        <a:pt x="67809" y="0"/>
                        <a:pt x="103255" y="0"/>
                      </a:cubicBezTo>
                      <a:cubicBezTo>
                        <a:pt x="103255" y="2283945"/>
                        <a:pt x="103255" y="4567891"/>
                        <a:pt x="103255" y="6854918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4" name="Freeform: Shape 13">
                  <a:extLst>
                    <a:ext uri="{FF2B5EF4-FFF2-40B4-BE49-F238E27FC236}">
                      <a16:creationId xmlns:a16="http://schemas.microsoft.com/office/drawing/2014/main" id="{F54B353B-E09D-4957-842E-D8AD4D49A921}"/>
                    </a:ext>
                  </a:extLst>
                </p:cNvPr>
                <p:cNvSpPr/>
                <p:nvPr/>
              </p:nvSpPr>
              <p:spPr>
                <a:xfrm>
                  <a:off x="6024689" y="2926127"/>
                  <a:ext cx="37550" cy="2567886"/>
                </a:xfrm>
                <a:custGeom>
                  <a:avLst/>
                  <a:gdLst>
                    <a:gd name="connsiteX0" fmla="*/ 0 w 100173"/>
                    <a:gd name="connsiteY0" fmla="*/ 6857230 h 6850294"/>
                    <a:gd name="connsiteX1" fmla="*/ 0 w 100173"/>
                    <a:gd name="connsiteY1" fmla="*/ 0 h 6850294"/>
                    <a:gd name="connsiteX2" fmla="*/ 52398 w 100173"/>
                    <a:gd name="connsiteY2" fmla="*/ 0 h 6850294"/>
                    <a:gd name="connsiteX3" fmla="*/ 103255 w 100173"/>
                    <a:gd name="connsiteY3" fmla="*/ 0 h 6850294"/>
                    <a:gd name="connsiteX4" fmla="*/ 103255 w 100173"/>
                    <a:gd name="connsiteY4" fmla="*/ 6857230 h 68502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00173" h="6850294">
                      <a:moveTo>
                        <a:pt x="0" y="6857230"/>
                      </a:moveTo>
                      <a:cubicBezTo>
                        <a:pt x="0" y="4572514"/>
                        <a:pt x="0" y="2288569"/>
                        <a:pt x="0" y="0"/>
                      </a:cubicBezTo>
                      <a:cubicBezTo>
                        <a:pt x="17723" y="0"/>
                        <a:pt x="34675" y="0"/>
                        <a:pt x="52398" y="0"/>
                      </a:cubicBezTo>
                      <a:cubicBezTo>
                        <a:pt x="68580" y="0"/>
                        <a:pt x="84762" y="0"/>
                        <a:pt x="103255" y="0"/>
                      </a:cubicBezTo>
                      <a:cubicBezTo>
                        <a:pt x="103255" y="2287798"/>
                        <a:pt x="103255" y="4571743"/>
                        <a:pt x="103255" y="6857230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5" name="Freeform: Shape 14">
                  <a:extLst>
                    <a:ext uri="{FF2B5EF4-FFF2-40B4-BE49-F238E27FC236}">
                      <a16:creationId xmlns:a16="http://schemas.microsoft.com/office/drawing/2014/main" id="{C60F81BD-F891-48DF-8E0D-BDC05CBC7452}"/>
                    </a:ext>
                  </a:extLst>
                </p:cNvPr>
                <p:cNvSpPr/>
                <p:nvPr/>
              </p:nvSpPr>
              <p:spPr>
                <a:xfrm>
                  <a:off x="5890084" y="2926994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2581 h 6387957"/>
                    <a:gd name="connsiteX1" fmla="*/ 0 w 100173"/>
                    <a:gd name="connsiteY1" fmla="*/ 0 h 6387957"/>
                    <a:gd name="connsiteX2" fmla="*/ 101714 w 100173"/>
                    <a:gd name="connsiteY2" fmla="*/ 0 h 6387957"/>
                    <a:gd name="connsiteX3" fmla="*/ 101714 w 10017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2581"/>
                      </a:moveTo>
                      <a:cubicBezTo>
                        <a:pt x="0" y="4262748"/>
                        <a:pt x="0" y="2132145"/>
                        <a:pt x="0" y="0"/>
                      </a:cubicBezTo>
                      <a:cubicBezTo>
                        <a:pt x="33904" y="0"/>
                        <a:pt x="67039" y="0"/>
                        <a:pt x="101714" y="0"/>
                      </a:cubicBezTo>
                      <a:cubicBezTo>
                        <a:pt x="101714" y="2130603"/>
                        <a:pt x="101714" y="4260437"/>
                        <a:pt x="101714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6" name="Freeform: Shape 15">
                  <a:extLst>
                    <a:ext uri="{FF2B5EF4-FFF2-40B4-BE49-F238E27FC236}">
                      <a16:creationId xmlns:a16="http://schemas.microsoft.com/office/drawing/2014/main" id="{09F9B5B4-A975-4BC1-A4E4-F4869117A798}"/>
                    </a:ext>
                  </a:extLst>
                </p:cNvPr>
                <p:cNvSpPr/>
                <p:nvPr/>
              </p:nvSpPr>
              <p:spPr>
                <a:xfrm>
                  <a:off x="6091991" y="2926994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335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335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3351"/>
                      </a:moveTo>
                      <a:cubicBezTo>
                        <a:pt x="0" y="4261978"/>
                        <a:pt x="0" y="2132915"/>
                        <a:pt x="0" y="0"/>
                      </a:cubicBezTo>
                      <a:cubicBezTo>
                        <a:pt x="34675" y="0"/>
                        <a:pt x="67809" y="0"/>
                        <a:pt x="103255" y="0"/>
                      </a:cubicBezTo>
                      <a:cubicBezTo>
                        <a:pt x="103255" y="2131374"/>
                        <a:pt x="103255" y="4261207"/>
                        <a:pt x="103255" y="639335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7" name="Freeform: Shape 16">
                  <a:extLst>
                    <a:ext uri="{FF2B5EF4-FFF2-40B4-BE49-F238E27FC236}">
                      <a16:creationId xmlns:a16="http://schemas.microsoft.com/office/drawing/2014/main" id="{F0F04A50-70C0-4152-B892-712F604BB364}"/>
                    </a:ext>
                  </a:extLst>
                </p:cNvPr>
                <p:cNvSpPr/>
                <p:nvPr/>
              </p:nvSpPr>
              <p:spPr>
                <a:xfrm>
                  <a:off x="7139759" y="2926994"/>
                  <a:ext cx="109764" cy="2394576"/>
                </a:xfrm>
                <a:custGeom>
                  <a:avLst/>
                  <a:gdLst>
                    <a:gd name="connsiteX0" fmla="*/ 0 w 292813"/>
                    <a:gd name="connsiteY0" fmla="*/ 6393351 h 6387957"/>
                    <a:gd name="connsiteX1" fmla="*/ 0 w 292813"/>
                    <a:gd name="connsiteY1" fmla="*/ 0 h 6387957"/>
                    <a:gd name="connsiteX2" fmla="*/ 295125 w 292813"/>
                    <a:gd name="connsiteY2" fmla="*/ 0 h 6387957"/>
                    <a:gd name="connsiteX3" fmla="*/ 295125 w 292813"/>
                    <a:gd name="connsiteY3" fmla="*/ 639335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92813" h="6387957">
                      <a:moveTo>
                        <a:pt x="0" y="6393351"/>
                      </a:moveTo>
                      <a:cubicBezTo>
                        <a:pt x="0" y="4261207"/>
                        <a:pt x="0" y="2131374"/>
                        <a:pt x="0" y="0"/>
                      </a:cubicBezTo>
                      <a:cubicBezTo>
                        <a:pt x="99403" y="0"/>
                        <a:pt x="196493" y="0"/>
                        <a:pt x="295125" y="0"/>
                      </a:cubicBezTo>
                      <a:cubicBezTo>
                        <a:pt x="295125" y="2132145"/>
                        <a:pt x="295125" y="4261207"/>
                        <a:pt x="295125" y="639335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8" name="Freeform: Shape 17">
                  <a:extLst>
                    <a:ext uri="{FF2B5EF4-FFF2-40B4-BE49-F238E27FC236}">
                      <a16:creationId xmlns:a16="http://schemas.microsoft.com/office/drawing/2014/main" id="{71D9C88D-AEA2-48F6-AF2B-D383D97E3535}"/>
                    </a:ext>
                  </a:extLst>
                </p:cNvPr>
                <p:cNvSpPr/>
                <p:nvPr/>
              </p:nvSpPr>
              <p:spPr>
                <a:xfrm>
                  <a:off x="7280788" y="2926994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258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2581"/>
                      </a:moveTo>
                      <a:cubicBezTo>
                        <a:pt x="0" y="4261207"/>
                        <a:pt x="0" y="2131374"/>
                        <a:pt x="0" y="0"/>
                      </a:cubicBezTo>
                      <a:cubicBezTo>
                        <a:pt x="34675" y="0"/>
                        <a:pt x="67809" y="0"/>
                        <a:pt x="103255" y="0"/>
                      </a:cubicBezTo>
                      <a:cubicBezTo>
                        <a:pt x="103255" y="2130603"/>
                        <a:pt x="103255" y="4260437"/>
                        <a:pt x="10325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9" name="Freeform: Shape 18">
                  <a:extLst>
                    <a:ext uri="{FF2B5EF4-FFF2-40B4-BE49-F238E27FC236}">
                      <a16:creationId xmlns:a16="http://schemas.microsoft.com/office/drawing/2014/main" id="{AB8EEA47-0851-4500-8CE0-169E98978C2E}"/>
                    </a:ext>
                  </a:extLst>
                </p:cNvPr>
                <p:cNvSpPr/>
                <p:nvPr/>
              </p:nvSpPr>
              <p:spPr>
                <a:xfrm>
                  <a:off x="7349773" y="2926994"/>
                  <a:ext cx="109764" cy="2394576"/>
                </a:xfrm>
                <a:custGeom>
                  <a:avLst/>
                  <a:gdLst>
                    <a:gd name="connsiteX0" fmla="*/ 0 w 292813"/>
                    <a:gd name="connsiteY0" fmla="*/ 6393351 h 6387957"/>
                    <a:gd name="connsiteX1" fmla="*/ 0 w 292813"/>
                    <a:gd name="connsiteY1" fmla="*/ 0 h 6387957"/>
                    <a:gd name="connsiteX2" fmla="*/ 295125 w 292813"/>
                    <a:gd name="connsiteY2" fmla="*/ 0 h 6387957"/>
                    <a:gd name="connsiteX3" fmla="*/ 295125 w 292813"/>
                    <a:gd name="connsiteY3" fmla="*/ 639335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92813" h="6387957">
                      <a:moveTo>
                        <a:pt x="0" y="6393351"/>
                      </a:moveTo>
                      <a:cubicBezTo>
                        <a:pt x="0" y="4261207"/>
                        <a:pt x="0" y="2132145"/>
                        <a:pt x="0" y="0"/>
                      </a:cubicBezTo>
                      <a:cubicBezTo>
                        <a:pt x="99402" y="0"/>
                        <a:pt x="195722" y="0"/>
                        <a:pt x="295125" y="0"/>
                      </a:cubicBezTo>
                      <a:cubicBezTo>
                        <a:pt x="295125" y="2132145"/>
                        <a:pt x="295125" y="4261207"/>
                        <a:pt x="295125" y="639335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20" name="Freeform: Shape 19">
                  <a:extLst>
                    <a:ext uri="{FF2B5EF4-FFF2-40B4-BE49-F238E27FC236}">
                      <a16:creationId xmlns:a16="http://schemas.microsoft.com/office/drawing/2014/main" id="{99CB024E-C751-4D3B-A1FC-DB08068B1DB8}"/>
                    </a:ext>
                  </a:extLst>
                </p:cNvPr>
                <p:cNvSpPr/>
                <p:nvPr/>
              </p:nvSpPr>
              <p:spPr>
                <a:xfrm>
                  <a:off x="7548511" y="2927282"/>
                  <a:ext cx="41911" cy="2569908"/>
                </a:xfrm>
                <a:custGeom>
                  <a:avLst/>
                  <a:gdLst>
                    <a:gd name="connsiteX0" fmla="*/ 0 w 115584"/>
                    <a:gd name="connsiteY0" fmla="*/ 6753975 h 6850294"/>
                    <a:gd name="connsiteX1" fmla="*/ 13099 w 115584"/>
                    <a:gd name="connsiteY1" fmla="*/ 0 h 6850294"/>
                    <a:gd name="connsiteX2" fmla="*/ 118666 w 115584"/>
                    <a:gd name="connsiteY2" fmla="*/ 0 h 6850294"/>
                    <a:gd name="connsiteX3" fmla="*/ 118666 w 115584"/>
                    <a:gd name="connsiteY3" fmla="*/ 6855688 h 6850294"/>
                    <a:gd name="connsiteX0" fmla="*/ 0 w 111805"/>
                    <a:gd name="connsiteY0" fmla="*/ 6836322 h 6855688"/>
                    <a:gd name="connsiteX1" fmla="*/ 6237 w 111805"/>
                    <a:gd name="connsiteY1" fmla="*/ 0 h 6855688"/>
                    <a:gd name="connsiteX2" fmla="*/ 111804 w 111805"/>
                    <a:gd name="connsiteY2" fmla="*/ 0 h 6855688"/>
                    <a:gd name="connsiteX3" fmla="*/ 111804 w 111805"/>
                    <a:gd name="connsiteY3" fmla="*/ 6855688 h 6855688"/>
                    <a:gd name="connsiteX0" fmla="*/ 0 w 111804"/>
                    <a:gd name="connsiteY0" fmla="*/ 6853478 h 6855688"/>
                    <a:gd name="connsiteX1" fmla="*/ 6237 w 111804"/>
                    <a:gd name="connsiteY1" fmla="*/ 0 h 6855688"/>
                    <a:gd name="connsiteX2" fmla="*/ 111804 w 111804"/>
                    <a:gd name="connsiteY2" fmla="*/ 0 h 6855688"/>
                    <a:gd name="connsiteX3" fmla="*/ 111804 w 111804"/>
                    <a:gd name="connsiteY3" fmla="*/ 6855688 h 68556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11804" h="6855688">
                      <a:moveTo>
                        <a:pt x="0" y="6853478"/>
                      </a:moveTo>
                      <a:cubicBezTo>
                        <a:pt x="14640" y="4603437"/>
                        <a:pt x="3155" y="2253123"/>
                        <a:pt x="6237" y="0"/>
                      </a:cubicBezTo>
                      <a:lnTo>
                        <a:pt x="111804" y="0"/>
                      </a:lnTo>
                      <a:lnTo>
                        <a:pt x="111804" y="6855688"/>
                      </a:ln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21" name="Freeform: Shape 20">
                  <a:extLst>
                    <a:ext uri="{FF2B5EF4-FFF2-40B4-BE49-F238E27FC236}">
                      <a16:creationId xmlns:a16="http://schemas.microsoft.com/office/drawing/2014/main" id="{1BDA8D11-4AAC-43CC-B408-A388F56971AF}"/>
                    </a:ext>
                  </a:extLst>
                </p:cNvPr>
                <p:cNvSpPr/>
                <p:nvPr/>
              </p:nvSpPr>
              <p:spPr>
                <a:xfrm>
                  <a:off x="7485249" y="2926994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258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2581"/>
                      </a:moveTo>
                      <a:cubicBezTo>
                        <a:pt x="0" y="4261207"/>
                        <a:pt x="0" y="2131374"/>
                        <a:pt x="0" y="0"/>
                      </a:cubicBezTo>
                      <a:cubicBezTo>
                        <a:pt x="34675" y="0"/>
                        <a:pt x="67809" y="0"/>
                        <a:pt x="103255" y="0"/>
                      </a:cubicBezTo>
                      <a:cubicBezTo>
                        <a:pt x="103255" y="2130603"/>
                        <a:pt x="103255" y="4260437"/>
                        <a:pt x="10325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22" name="Freeform: Shape 21">
                  <a:extLst>
                    <a:ext uri="{FF2B5EF4-FFF2-40B4-BE49-F238E27FC236}">
                      <a16:creationId xmlns:a16="http://schemas.microsoft.com/office/drawing/2014/main" id="{3EE00667-7B8F-4892-BF72-8EA3745153E0}"/>
                    </a:ext>
                  </a:extLst>
                </p:cNvPr>
                <p:cNvSpPr/>
                <p:nvPr/>
              </p:nvSpPr>
              <p:spPr>
                <a:xfrm>
                  <a:off x="7616134" y="2926994"/>
                  <a:ext cx="28885" cy="2567886"/>
                </a:xfrm>
                <a:custGeom>
                  <a:avLst/>
                  <a:gdLst>
                    <a:gd name="connsiteX0" fmla="*/ 0 w 77056"/>
                    <a:gd name="connsiteY0" fmla="*/ 6854918 h 6850294"/>
                    <a:gd name="connsiteX1" fmla="*/ 0 w 77056"/>
                    <a:gd name="connsiteY1" fmla="*/ 0 h 6850294"/>
                    <a:gd name="connsiteX2" fmla="*/ 78597 w 77056"/>
                    <a:gd name="connsiteY2" fmla="*/ 0 h 6850294"/>
                    <a:gd name="connsiteX3" fmla="*/ 78597 w 77056"/>
                    <a:gd name="connsiteY3" fmla="*/ 6854918 h 68502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7056" h="6850294">
                      <a:moveTo>
                        <a:pt x="0" y="6854918"/>
                      </a:moveTo>
                      <a:cubicBezTo>
                        <a:pt x="0" y="4570202"/>
                        <a:pt x="0" y="2286257"/>
                        <a:pt x="0" y="0"/>
                      </a:cubicBezTo>
                      <a:cubicBezTo>
                        <a:pt x="25428" y="0"/>
                        <a:pt x="50087" y="0"/>
                        <a:pt x="78597" y="0"/>
                      </a:cubicBezTo>
                      <a:cubicBezTo>
                        <a:pt x="78597" y="2283175"/>
                        <a:pt x="78597" y="4566350"/>
                        <a:pt x="78597" y="6854918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23" name="Freeform: Shape 22">
                  <a:extLst>
                    <a:ext uri="{FF2B5EF4-FFF2-40B4-BE49-F238E27FC236}">
                      <a16:creationId xmlns:a16="http://schemas.microsoft.com/office/drawing/2014/main" id="{902A81A6-28D8-4522-B490-B37A255B8416}"/>
                    </a:ext>
                  </a:extLst>
                </p:cNvPr>
                <p:cNvSpPr/>
                <p:nvPr/>
              </p:nvSpPr>
              <p:spPr>
                <a:xfrm>
                  <a:off x="6838507" y="2926994"/>
                  <a:ext cx="109764" cy="2394576"/>
                </a:xfrm>
                <a:custGeom>
                  <a:avLst/>
                  <a:gdLst>
                    <a:gd name="connsiteX0" fmla="*/ 0 w 292813"/>
                    <a:gd name="connsiteY0" fmla="*/ 6393351 h 6387957"/>
                    <a:gd name="connsiteX1" fmla="*/ 0 w 292813"/>
                    <a:gd name="connsiteY1" fmla="*/ 0 h 6387957"/>
                    <a:gd name="connsiteX2" fmla="*/ 295125 w 292813"/>
                    <a:gd name="connsiteY2" fmla="*/ 0 h 6387957"/>
                    <a:gd name="connsiteX3" fmla="*/ 295125 w 292813"/>
                    <a:gd name="connsiteY3" fmla="*/ 639335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92813" h="6387957">
                      <a:moveTo>
                        <a:pt x="0" y="6393351"/>
                      </a:moveTo>
                      <a:cubicBezTo>
                        <a:pt x="0" y="4261207"/>
                        <a:pt x="0" y="2131374"/>
                        <a:pt x="0" y="0"/>
                      </a:cubicBezTo>
                      <a:cubicBezTo>
                        <a:pt x="99403" y="0"/>
                        <a:pt x="196493" y="0"/>
                        <a:pt x="295125" y="0"/>
                      </a:cubicBezTo>
                      <a:cubicBezTo>
                        <a:pt x="295125" y="2132145"/>
                        <a:pt x="295125" y="4261207"/>
                        <a:pt x="295125" y="639335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24" name="Freeform: Shape 23">
                  <a:extLst>
                    <a:ext uri="{FF2B5EF4-FFF2-40B4-BE49-F238E27FC236}">
                      <a16:creationId xmlns:a16="http://schemas.microsoft.com/office/drawing/2014/main" id="{2A569EB6-2490-40DF-9A4A-639E65D35F5C}"/>
                    </a:ext>
                  </a:extLst>
                </p:cNvPr>
                <p:cNvSpPr/>
                <p:nvPr/>
              </p:nvSpPr>
              <p:spPr>
                <a:xfrm>
                  <a:off x="6980994" y="2927282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258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2581"/>
                      </a:moveTo>
                      <a:cubicBezTo>
                        <a:pt x="0" y="4261978"/>
                        <a:pt x="0" y="2132145"/>
                        <a:pt x="0" y="0"/>
                      </a:cubicBezTo>
                      <a:cubicBezTo>
                        <a:pt x="33904" y="0"/>
                        <a:pt x="67809" y="0"/>
                        <a:pt x="103255" y="0"/>
                      </a:cubicBezTo>
                      <a:cubicBezTo>
                        <a:pt x="103255" y="2130603"/>
                        <a:pt x="103255" y="4258895"/>
                        <a:pt x="10325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25" name="Freeform: Shape 24">
                  <a:extLst>
                    <a:ext uri="{FF2B5EF4-FFF2-40B4-BE49-F238E27FC236}">
                      <a16:creationId xmlns:a16="http://schemas.microsoft.com/office/drawing/2014/main" id="{7DC04B7B-FFF7-4CAC-BF2B-7AF98E950FE2}"/>
                    </a:ext>
                  </a:extLst>
                </p:cNvPr>
                <p:cNvSpPr/>
                <p:nvPr/>
              </p:nvSpPr>
              <p:spPr>
                <a:xfrm>
                  <a:off x="7065051" y="2926994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258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2581"/>
                      </a:moveTo>
                      <a:cubicBezTo>
                        <a:pt x="0" y="4261978"/>
                        <a:pt x="0" y="2132145"/>
                        <a:pt x="0" y="0"/>
                      </a:cubicBezTo>
                      <a:cubicBezTo>
                        <a:pt x="33904" y="0"/>
                        <a:pt x="67809" y="0"/>
                        <a:pt x="103255" y="0"/>
                      </a:cubicBezTo>
                      <a:cubicBezTo>
                        <a:pt x="103255" y="2130603"/>
                        <a:pt x="103255" y="4258895"/>
                        <a:pt x="10325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26" name="Freeform: Shape 25">
                  <a:extLst>
                    <a:ext uri="{FF2B5EF4-FFF2-40B4-BE49-F238E27FC236}">
                      <a16:creationId xmlns:a16="http://schemas.microsoft.com/office/drawing/2014/main" id="{99FD279C-9B71-46A5-9519-57C2FDE43882}"/>
                    </a:ext>
                  </a:extLst>
                </p:cNvPr>
                <p:cNvSpPr/>
                <p:nvPr/>
              </p:nvSpPr>
              <p:spPr>
                <a:xfrm>
                  <a:off x="6754449" y="2926127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258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2581"/>
                      </a:moveTo>
                      <a:cubicBezTo>
                        <a:pt x="0" y="4261978"/>
                        <a:pt x="0" y="2132145"/>
                        <a:pt x="0" y="0"/>
                      </a:cubicBezTo>
                      <a:cubicBezTo>
                        <a:pt x="33905" y="0"/>
                        <a:pt x="67810" y="0"/>
                        <a:pt x="103255" y="0"/>
                      </a:cubicBezTo>
                      <a:cubicBezTo>
                        <a:pt x="103255" y="2131374"/>
                        <a:pt x="103255" y="4260436"/>
                        <a:pt x="10325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27" name="Freeform: Shape 26">
                  <a:extLst>
                    <a:ext uri="{FF2B5EF4-FFF2-40B4-BE49-F238E27FC236}">
                      <a16:creationId xmlns:a16="http://schemas.microsoft.com/office/drawing/2014/main" id="{E77F362F-1E3A-429A-8A7A-092562BB2825}"/>
                    </a:ext>
                  </a:extLst>
                </p:cNvPr>
                <p:cNvSpPr/>
                <p:nvPr/>
              </p:nvSpPr>
              <p:spPr>
                <a:xfrm>
                  <a:off x="6334914" y="2927282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335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335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3351"/>
                      </a:moveTo>
                      <a:cubicBezTo>
                        <a:pt x="0" y="4262748"/>
                        <a:pt x="0" y="2132915"/>
                        <a:pt x="0" y="0"/>
                      </a:cubicBezTo>
                      <a:cubicBezTo>
                        <a:pt x="33904" y="0"/>
                        <a:pt x="67809" y="0"/>
                        <a:pt x="103255" y="0"/>
                      </a:cubicBezTo>
                      <a:cubicBezTo>
                        <a:pt x="103255" y="2131374"/>
                        <a:pt x="103255" y="4260436"/>
                        <a:pt x="103255" y="639335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28" name="Freeform: Shape 27">
                  <a:extLst>
                    <a:ext uri="{FF2B5EF4-FFF2-40B4-BE49-F238E27FC236}">
                      <a16:creationId xmlns:a16="http://schemas.microsoft.com/office/drawing/2014/main" id="{BA25F615-E11E-4379-BA54-9819ACDC6FD8}"/>
                    </a:ext>
                  </a:extLst>
                </p:cNvPr>
                <p:cNvSpPr/>
                <p:nvPr/>
              </p:nvSpPr>
              <p:spPr>
                <a:xfrm>
                  <a:off x="6159871" y="2926127"/>
                  <a:ext cx="37550" cy="2397464"/>
                </a:xfrm>
                <a:custGeom>
                  <a:avLst/>
                  <a:gdLst>
                    <a:gd name="connsiteX0" fmla="*/ 0 w 100173"/>
                    <a:gd name="connsiteY0" fmla="*/ 6395663 h 6395662"/>
                    <a:gd name="connsiteX1" fmla="*/ 0 w 100173"/>
                    <a:gd name="connsiteY1" fmla="*/ 0 h 6395662"/>
                    <a:gd name="connsiteX2" fmla="*/ 52398 w 100173"/>
                    <a:gd name="connsiteY2" fmla="*/ 0 h 6395662"/>
                    <a:gd name="connsiteX3" fmla="*/ 103255 w 100173"/>
                    <a:gd name="connsiteY3" fmla="*/ 0 h 6395662"/>
                    <a:gd name="connsiteX4" fmla="*/ 103255 w 100173"/>
                    <a:gd name="connsiteY4" fmla="*/ 6395663 h 63956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00173" h="6395662">
                      <a:moveTo>
                        <a:pt x="0" y="6395663"/>
                      </a:moveTo>
                      <a:cubicBezTo>
                        <a:pt x="0" y="4265060"/>
                        <a:pt x="0" y="2135227"/>
                        <a:pt x="0" y="0"/>
                      </a:cubicBezTo>
                      <a:cubicBezTo>
                        <a:pt x="17723" y="0"/>
                        <a:pt x="34675" y="0"/>
                        <a:pt x="52398" y="0"/>
                      </a:cubicBezTo>
                      <a:cubicBezTo>
                        <a:pt x="68580" y="0"/>
                        <a:pt x="84762" y="0"/>
                        <a:pt x="103255" y="0"/>
                      </a:cubicBezTo>
                      <a:cubicBezTo>
                        <a:pt x="103255" y="2132915"/>
                        <a:pt x="103255" y="4261977"/>
                        <a:pt x="103255" y="6395663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29" name="Freeform: Shape 28">
                  <a:extLst>
                    <a:ext uri="{FF2B5EF4-FFF2-40B4-BE49-F238E27FC236}">
                      <a16:creationId xmlns:a16="http://schemas.microsoft.com/office/drawing/2014/main" id="{43767ECE-21FE-4B4C-89B1-0E19BEADDA56}"/>
                    </a:ext>
                  </a:extLst>
                </p:cNvPr>
                <p:cNvSpPr/>
                <p:nvPr/>
              </p:nvSpPr>
              <p:spPr>
                <a:xfrm>
                  <a:off x="6231712" y="2926127"/>
                  <a:ext cx="72212" cy="2394576"/>
                </a:xfrm>
                <a:custGeom>
                  <a:avLst/>
                  <a:gdLst>
                    <a:gd name="connsiteX0" fmla="*/ 0 w 192640"/>
                    <a:gd name="connsiteY0" fmla="*/ 6392581 h 6387957"/>
                    <a:gd name="connsiteX1" fmla="*/ 0 w 192640"/>
                    <a:gd name="connsiteY1" fmla="*/ 0 h 6387957"/>
                    <a:gd name="connsiteX2" fmla="*/ 198805 w 192640"/>
                    <a:gd name="connsiteY2" fmla="*/ 0 h 6387957"/>
                    <a:gd name="connsiteX3" fmla="*/ 198805 w 192640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2640" h="6387957">
                      <a:moveTo>
                        <a:pt x="0" y="6392581"/>
                      </a:moveTo>
                      <a:cubicBezTo>
                        <a:pt x="0" y="4261207"/>
                        <a:pt x="0" y="2132145"/>
                        <a:pt x="0" y="0"/>
                      </a:cubicBezTo>
                      <a:cubicBezTo>
                        <a:pt x="66268" y="0"/>
                        <a:pt x="131766" y="0"/>
                        <a:pt x="198805" y="0"/>
                      </a:cubicBezTo>
                      <a:cubicBezTo>
                        <a:pt x="198805" y="2131374"/>
                        <a:pt x="198805" y="4261207"/>
                        <a:pt x="19880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30" name="Freeform: Shape 29">
                  <a:extLst>
                    <a:ext uri="{FF2B5EF4-FFF2-40B4-BE49-F238E27FC236}">
                      <a16:creationId xmlns:a16="http://schemas.microsoft.com/office/drawing/2014/main" id="{E117A468-C0B3-46FD-8EC1-6AE134264BA0}"/>
                    </a:ext>
                  </a:extLst>
                </p:cNvPr>
                <p:cNvSpPr/>
                <p:nvPr/>
              </p:nvSpPr>
              <p:spPr>
                <a:xfrm>
                  <a:off x="6598401" y="2927282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258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2581"/>
                      </a:moveTo>
                      <a:cubicBezTo>
                        <a:pt x="0" y="4261207"/>
                        <a:pt x="0" y="2131374"/>
                        <a:pt x="0" y="0"/>
                      </a:cubicBezTo>
                      <a:cubicBezTo>
                        <a:pt x="34675" y="0"/>
                        <a:pt x="67809" y="0"/>
                        <a:pt x="103255" y="0"/>
                      </a:cubicBezTo>
                      <a:cubicBezTo>
                        <a:pt x="103255" y="2130603"/>
                        <a:pt x="103255" y="4260437"/>
                        <a:pt x="10325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31" name="Freeform: Shape 30">
                  <a:extLst>
                    <a:ext uri="{FF2B5EF4-FFF2-40B4-BE49-F238E27FC236}">
                      <a16:creationId xmlns:a16="http://schemas.microsoft.com/office/drawing/2014/main" id="{939B7FCC-CDDF-4A11-A2F1-C8F70FF2EEB4}"/>
                    </a:ext>
                  </a:extLst>
                </p:cNvPr>
                <p:cNvSpPr/>
                <p:nvPr/>
              </p:nvSpPr>
              <p:spPr>
                <a:xfrm>
                  <a:off x="6680669" y="2927282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258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2581"/>
                      </a:moveTo>
                      <a:cubicBezTo>
                        <a:pt x="0" y="4261978"/>
                        <a:pt x="0" y="2132145"/>
                        <a:pt x="0" y="0"/>
                      </a:cubicBezTo>
                      <a:cubicBezTo>
                        <a:pt x="33905" y="0"/>
                        <a:pt x="67810" y="0"/>
                        <a:pt x="103255" y="0"/>
                      </a:cubicBezTo>
                      <a:cubicBezTo>
                        <a:pt x="103255" y="2131374"/>
                        <a:pt x="103255" y="4260436"/>
                        <a:pt x="10325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32" name="Freeform: Shape 31">
                  <a:extLst>
                    <a:ext uri="{FF2B5EF4-FFF2-40B4-BE49-F238E27FC236}">
                      <a16:creationId xmlns:a16="http://schemas.microsoft.com/office/drawing/2014/main" id="{79A45683-A3FC-4243-9523-B723BBD003A1}"/>
                    </a:ext>
                  </a:extLst>
                </p:cNvPr>
                <p:cNvSpPr/>
                <p:nvPr/>
              </p:nvSpPr>
              <p:spPr>
                <a:xfrm>
                  <a:off x="6516134" y="2927282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181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181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1811"/>
                      </a:moveTo>
                      <a:cubicBezTo>
                        <a:pt x="0" y="4261978"/>
                        <a:pt x="0" y="2132145"/>
                        <a:pt x="0" y="0"/>
                      </a:cubicBezTo>
                      <a:cubicBezTo>
                        <a:pt x="33134" y="0"/>
                        <a:pt x="67039" y="0"/>
                        <a:pt x="103255" y="0"/>
                      </a:cubicBezTo>
                      <a:cubicBezTo>
                        <a:pt x="103255" y="2130603"/>
                        <a:pt x="103255" y="4260436"/>
                        <a:pt x="103255" y="639181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33" name="Freeform: Shape 32">
                  <a:extLst>
                    <a:ext uri="{FF2B5EF4-FFF2-40B4-BE49-F238E27FC236}">
                      <a16:creationId xmlns:a16="http://schemas.microsoft.com/office/drawing/2014/main" id="{B40B3F0D-8DF8-4702-99BD-23B1475CD452}"/>
                    </a:ext>
                  </a:extLst>
                </p:cNvPr>
                <p:cNvSpPr/>
                <p:nvPr/>
              </p:nvSpPr>
              <p:spPr>
                <a:xfrm>
                  <a:off x="6399205" y="2927282"/>
                  <a:ext cx="72212" cy="2394576"/>
                </a:xfrm>
                <a:custGeom>
                  <a:avLst/>
                  <a:gdLst>
                    <a:gd name="connsiteX0" fmla="*/ 0 w 192640"/>
                    <a:gd name="connsiteY0" fmla="*/ 6392581 h 6387957"/>
                    <a:gd name="connsiteX1" fmla="*/ 0 w 192640"/>
                    <a:gd name="connsiteY1" fmla="*/ 0 h 6387957"/>
                    <a:gd name="connsiteX2" fmla="*/ 198805 w 192640"/>
                    <a:gd name="connsiteY2" fmla="*/ 0 h 6387957"/>
                    <a:gd name="connsiteX3" fmla="*/ 198805 w 192640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2640" h="6387957">
                      <a:moveTo>
                        <a:pt x="0" y="6392581"/>
                      </a:moveTo>
                      <a:cubicBezTo>
                        <a:pt x="0" y="4261207"/>
                        <a:pt x="0" y="2132145"/>
                        <a:pt x="0" y="0"/>
                      </a:cubicBezTo>
                      <a:cubicBezTo>
                        <a:pt x="66268" y="0"/>
                        <a:pt x="131766" y="0"/>
                        <a:pt x="198805" y="0"/>
                      </a:cubicBezTo>
                      <a:cubicBezTo>
                        <a:pt x="198805" y="2131374"/>
                        <a:pt x="198805" y="4261207"/>
                        <a:pt x="19880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34" name="Freeform: Shape 33">
                  <a:extLst>
                    <a:ext uri="{FF2B5EF4-FFF2-40B4-BE49-F238E27FC236}">
                      <a16:creationId xmlns:a16="http://schemas.microsoft.com/office/drawing/2014/main" id="{0B972A39-D5F1-4DBE-B2F6-AA9010526F16}"/>
                    </a:ext>
                  </a:extLst>
                </p:cNvPr>
                <p:cNvSpPr/>
                <p:nvPr/>
              </p:nvSpPr>
              <p:spPr>
                <a:xfrm>
                  <a:off x="5237391" y="2926127"/>
                  <a:ext cx="144425" cy="2394576"/>
                </a:xfrm>
                <a:custGeom>
                  <a:avLst/>
                  <a:gdLst>
                    <a:gd name="connsiteX0" fmla="*/ 0 w 385280"/>
                    <a:gd name="connsiteY0" fmla="*/ 6393351 h 6387957"/>
                    <a:gd name="connsiteX1" fmla="*/ 0 w 385280"/>
                    <a:gd name="connsiteY1" fmla="*/ 0 h 6387957"/>
                    <a:gd name="connsiteX2" fmla="*/ 387593 w 385280"/>
                    <a:gd name="connsiteY2" fmla="*/ 0 h 6387957"/>
                    <a:gd name="connsiteX3" fmla="*/ 387593 w 385280"/>
                    <a:gd name="connsiteY3" fmla="*/ 639335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85280" h="6387957">
                      <a:moveTo>
                        <a:pt x="0" y="6393351"/>
                      </a:moveTo>
                      <a:cubicBezTo>
                        <a:pt x="0" y="4262748"/>
                        <a:pt x="0" y="2132145"/>
                        <a:pt x="0" y="0"/>
                      </a:cubicBezTo>
                      <a:cubicBezTo>
                        <a:pt x="128684" y="0"/>
                        <a:pt x="256597" y="0"/>
                        <a:pt x="387593" y="0"/>
                      </a:cubicBezTo>
                      <a:cubicBezTo>
                        <a:pt x="387593" y="2130603"/>
                        <a:pt x="387593" y="4261207"/>
                        <a:pt x="387593" y="639335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35" name="Freeform: Shape 34">
                  <a:extLst>
                    <a:ext uri="{FF2B5EF4-FFF2-40B4-BE49-F238E27FC236}">
                      <a16:creationId xmlns:a16="http://schemas.microsoft.com/office/drawing/2014/main" id="{C6F21A28-C5C3-423E-816C-EFF154B420AF}"/>
                    </a:ext>
                  </a:extLst>
                </p:cNvPr>
                <p:cNvSpPr/>
                <p:nvPr/>
              </p:nvSpPr>
              <p:spPr>
                <a:xfrm>
                  <a:off x="5123269" y="2926994"/>
                  <a:ext cx="72212" cy="2394576"/>
                </a:xfrm>
                <a:custGeom>
                  <a:avLst/>
                  <a:gdLst>
                    <a:gd name="connsiteX0" fmla="*/ 0 w 192640"/>
                    <a:gd name="connsiteY0" fmla="*/ 6392581 h 6387957"/>
                    <a:gd name="connsiteX1" fmla="*/ 0 w 192640"/>
                    <a:gd name="connsiteY1" fmla="*/ 0 h 6387957"/>
                    <a:gd name="connsiteX2" fmla="*/ 198805 w 192640"/>
                    <a:gd name="connsiteY2" fmla="*/ 0 h 6387957"/>
                    <a:gd name="connsiteX3" fmla="*/ 198805 w 192640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2640" h="6387957">
                      <a:moveTo>
                        <a:pt x="0" y="6392581"/>
                      </a:moveTo>
                      <a:cubicBezTo>
                        <a:pt x="0" y="4261207"/>
                        <a:pt x="0" y="2132145"/>
                        <a:pt x="0" y="0"/>
                      </a:cubicBezTo>
                      <a:cubicBezTo>
                        <a:pt x="67039" y="0"/>
                        <a:pt x="131766" y="0"/>
                        <a:pt x="198805" y="0"/>
                      </a:cubicBezTo>
                      <a:cubicBezTo>
                        <a:pt x="198805" y="2130603"/>
                        <a:pt x="198805" y="4259666"/>
                        <a:pt x="19880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36" name="Freeform: Shape 35">
                  <a:extLst>
                    <a:ext uri="{FF2B5EF4-FFF2-40B4-BE49-F238E27FC236}">
                      <a16:creationId xmlns:a16="http://schemas.microsoft.com/office/drawing/2014/main" id="{CD2D5180-3504-4AF5-A04B-07F487071B22}"/>
                    </a:ext>
                  </a:extLst>
                </p:cNvPr>
                <p:cNvSpPr/>
                <p:nvPr/>
              </p:nvSpPr>
              <p:spPr>
                <a:xfrm>
                  <a:off x="5611343" y="2927282"/>
                  <a:ext cx="72212" cy="2394576"/>
                </a:xfrm>
                <a:custGeom>
                  <a:avLst/>
                  <a:gdLst>
                    <a:gd name="connsiteX0" fmla="*/ 0 w 192640"/>
                    <a:gd name="connsiteY0" fmla="*/ 6392581 h 6387957"/>
                    <a:gd name="connsiteX1" fmla="*/ 0 w 192640"/>
                    <a:gd name="connsiteY1" fmla="*/ 0 h 6387957"/>
                    <a:gd name="connsiteX2" fmla="*/ 198805 w 192640"/>
                    <a:gd name="connsiteY2" fmla="*/ 0 h 6387957"/>
                    <a:gd name="connsiteX3" fmla="*/ 198805 w 192640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2640" h="6387957">
                      <a:moveTo>
                        <a:pt x="0" y="6392581"/>
                      </a:moveTo>
                      <a:cubicBezTo>
                        <a:pt x="0" y="4261207"/>
                        <a:pt x="0" y="2132145"/>
                        <a:pt x="0" y="0"/>
                      </a:cubicBezTo>
                      <a:cubicBezTo>
                        <a:pt x="66268" y="0"/>
                        <a:pt x="131766" y="0"/>
                        <a:pt x="198805" y="0"/>
                      </a:cubicBezTo>
                      <a:cubicBezTo>
                        <a:pt x="198805" y="2131374"/>
                        <a:pt x="198805" y="4261207"/>
                        <a:pt x="19880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37" name="Freeform: Shape 36">
                  <a:extLst>
                    <a:ext uri="{FF2B5EF4-FFF2-40B4-BE49-F238E27FC236}">
                      <a16:creationId xmlns:a16="http://schemas.microsoft.com/office/drawing/2014/main" id="{6078D920-7771-4459-9280-C4992F522CBA}"/>
                    </a:ext>
                  </a:extLst>
                </p:cNvPr>
                <p:cNvSpPr/>
                <p:nvPr/>
              </p:nvSpPr>
              <p:spPr>
                <a:xfrm>
                  <a:off x="5407259" y="2926994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258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2581"/>
                      </a:moveTo>
                      <a:cubicBezTo>
                        <a:pt x="0" y="4261978"/>
                        <a:pt x="0" y="2132145"/>
                        <a:pt x="0" y="0"/>
                      </a:cubicBezTo>
                      <a:cubicBezTo>
                        <a:pt x="34675" y="0"/>
                        <a:pt x="67810" y="0"/>
                        <a:pt x="103255" y="0"/>
                      </a:cubicBezTo>
                      <a:cubicBezTo>
                        <a:pt x="103255" y="2130603"/>
                        <a:pt x="103255" y="4259666"/>
                        <a:pt x="10325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38" name="Freeform: Shape 37">
                  <a:extLst>
                    <a:ext uri="{FF2B5EF4-FFF2-40B4-BE49-F238E27FC236}">
                      <a16:creationId xmlns:a16="http://schemas.microsoft.com/office/drawing/2014/main" id="{C3F5AF82-D5F9-4252-B824-36671DB16639}"/>
                    </a:ext>
                  </a:extLst>
                </p:cNvPr>
                <p:cNvSpPr/>
                <p:nvPr/>
              </p:nvSpPr>
              <p:spPr>
                <a:xfrm>
                  <a:off x="5470252" y="2926994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258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2581"/>
                      </a:moveTo>
                      <a:cubicBezTo>
                        <a:pt x="0" y="4261978"/>
                        <a:pt x="0" y="2132145"/>
                        <a:pt x="0" y="0"/>
                      </a:cubicBezTo>
                      <a:cubicBezTo>
                        <a:pt x="34675" y="0"/>
                        <a:pt x="67809" y="0"/>
                        <a:pt x="103255" y="0"/>
                      </a:cubicBezTo>
                      <a:cubicBezTo>
                        <a:pt x="103255" y="2130603"/>
                        <a:pt x="103255" y="4259666"/>
                        <a:pt x="10325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39" name="Freeform: Shape 38">
                  <a:extLst>
                    <a:ext uri="{FF2B5EF4-FFF2-40B4-BE49-F238E27FC236}">
                      <a16:creationId xmlns:a16="http://schemas.microsoft.com/office/drawing/2014/main" id="{608790BC-CF74-4127-A790-27CC4E8D7766}"/>
                    </a:ext>
                  </a:extLst>
                </p:cNvPr>
                <p:cNvSpPr/>
                <p:nvPr/>
              </p:nvSpPr>
              <p:spPr>
                <a:xfrm>
                  <a:off x="5533244" y="2926127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258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2581"/>
                      </a:moveTo>
                      <a:cubicBezTo>
                        <a:pt x="0" y="4261978"/>
                        <a:pt x="0" y="2132145"/>
                        <a:pt x="0" y="0"/>
                      </a:cubicBezTo>
                      <a:cubicBezTo>
                        <a:pt x="34675" y="0"/>
                        <a:pt x="67809" y="0"/>
                        <a:pt x="103255" y="0"/>
                      </a:cubicBezTo>
                      <a:cubicBezTo>
                        <a:pt x="103255" y="2130603"/>
                        <a:pt x="103255" y="4259666"/>
                        <a:pt x="10325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</p:grpSp>
        </p:grp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79445F8C-1794-4081-97F9-DDCDE8889481}"/>
                </a:ext>
              </a:extLst>
            </p:cNvPr>
            <p:cNvGrpSpPr/>
            <p:nvPr/>
          </p:nvGrpSpPr>
          <p:grpSpPr>
            <a:xfrm>
              <a:off x="166248" y="6490548"/>
              <a:ext cx="4247655" cy="273466"/>
              <a:chOff x="4366684" y="2926127"/>
              <a:chExt cx="3278335" cy="2571063"/>
            </a:xfrm>
          </p:grpSpPr>
          <p:sp>
            <p:nvSpPr>
              <p:cNvPr id="41" name="Freeform: Shape 4">
                <a:extLst>
                  <a:ext uri="{FF2B5EF4-FFF2-40B4-BE49-F238E27FC236}">
                    <a16:creationId xmlns:a16="http://schemas.microsoft.com/office/drawing/2014/main" id="{74D575C7-16A7-4D8B-BCCC-3A2CC2EAF554}"/>
                  </a:ext>
                </a:extLst>
              </p:cNvPr>
              <p:cNvSpPr/>
              <p:nvPr/>
            </p:nvSpPr>
            <p:spPr>
              <a:xfrm>
                <a:off x="4744501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3351 h 6387957"/>
                  <a:gd name="connsiteX1" fmla="*/ 0 w 192640"/>
                  <a:gd name="connsiteY1" fmla="*/ 0 h 6387957"/>
                  <a:gd name="connsiteX2" fmla="*/ 198034 w 192640"/>
                  <a:gd name="connsiteY2" fmla="*/ 0 h 6387957"/>
                  <a:gd name="connsiteX3" fmla="*/ 198034 w 19264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solidFill>
                <a:schemeClr val="accent5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42" name="Freeform: Shape 5">
                <a:extLst>
                  <a:ext uri="{FF2B5EF4-FFF2-40B4-BE49-F238E27FC236}">
                    <a16:creationId xmlns:a16="http://schemas.microsoft.com/office/drawing/2014/main" id="{F6284352-7A7E-48DA-8B26-7B51CCB5A721}"/>
                  </a:ext>
                </a:extLst>
              </p:cNvPr>
              <p:cNvSpPr/>
              <p:nvPr/>
            </p:nvSpPr>
            <p:spPr>
              <a:xfrm>
                <a:off x="467662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chemeClr val="accent5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43" name="Freeform: Shape 6">
                <a:extLst>
                  <a:ext uri="{FF2B5EF4-FFF2-40B4-BE49-F238E27FC236}">
                    <a16:creationId xmlns:a16="http://schemas.microsoft.com/office/drawing/2014/main" id="{8AB1A5A0-486E-4510-BCA8-845A3DA94D58}"/>
                  </a:ext>
                </a:extLst>
              </p:cNvPr>
              <p:cNvSpPr/>
              <p:nvPr/>
            </p:nvSpPr>
            <p:spPr>
              <a:xfrm>
                <a:off x="5706626" y="2927282"/>
                <a:ext cx="109764" cy="2394576"/>
              </a:xfrm>
              <a:custGeom>
                <a:avLst/>
                <a:gdLst>
                  <a:gd name="connsiteX0" fmla="*/ 0 w 292813"/>
                  <a:gd name="connsiteY0" fmla="*/ 639258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97091" y="0"/>
                      <a:pt x="194952" y="0"/>
                      <a:pt x="295125" y="0"/>
                    </a:cubicBezTo>
                    <a:cubicBezTo>
                      <a:pt x="295125" y="2130603"/>
                      <a:pt x="295125" y="4259666"/>
                      <a:pt x="295125" y="6392581"/>
                    </a:cubicBezTo>
                  </a:path>
                </a:pathLst>
              </a:custGeom>
              <a:solidFill>
                <a:schemeClr val="accent2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44" name="Freeform: Shape 7">
                <a:extLst>
                  <a:ext uri="{FF2B5EF4-FFF2-40B4-BE49-F238E27FC236}">
                    <a16:creationId xmlns:a16="http://schemas.microsoft.com/office/drawing/2014/main" id="{D81590AB-AD28-44BD-8461-22FE3E26E6E0}"/>
                  </a:ext>
                </a:extLst>
              </p:cNvPr>
              <p:cNvSpPr/>
              <p:nvPr/>
            </p:nvSpPr>
            <p:spPr>
              <a:xfrm>
                <a:off x="5022376" y="2926994"/>
                <a:ext cx="75101" cy="2394576"/>
              </a:xfrm>
              <a:custGeom>
                <a:avLst/>
                <a:gdLst>
                  <a:gd name="connsiteX0" fmla="*/ 0 w 200346"/>
                  <a:gd name="connsiteY0" fmla="*/ 6392581 h 6387957"/>
                  <a:gd name="connsiteX1" fmla="*/ 0 w 200346"/>
                  <a:gd name="connsiteY1" fmla="*/ 0 h 6387957"/>
                  <a:gd name="connsiteX2" fmla="*/ 201117 w 200346"/>
                  <a:gd name="connsiteY2" fmla="*/ 0 h 6387957"/>
                  <a:gd name="connsiteX3" fmla="*/ 201117 w 200346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0346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3307" y="0"/>
                      <a:pt x="201117" y="0"/>
                    </a:cubicBezTo>
                    <a:cubicBezTo>
                      <a:pt x="201117" y="2131374"/>
                      <a:pt x="201117" y="4260437"/>
                      <a:pt x="201117" y="6392581"/>
                    </a:cubicBezTo>
                  </a:path>
                </a:pathLst>
              </a:custGeom>
              <a:solidFill>
                <a:schemeClr val="accent4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45" name="Freeform: Shape 8">
                <a:extLst>
                  <a:ext uri="{FF2B5EF4-FFF2-40B4-BE49-F238E27FC236}">
                    <a16:creationId xmlns:a16="http://schemas.microsoft.com/office/drawing/2014/main" id="{C3640730-A67E-4C43-A7C2-B4C32BF965C4}"/>
                  </a:ext>
                </a:extLst>
              </p:cNvPr>
              <p:cNvSpPr/>
              <p:nvPr/>
            </p:nvSpPr>
            <p:spPr>
              <a:xfrm>
                <a:off x="4877829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60437"/>
                      <a:pt x="198805" y="6392581"/>
                    </a:cubicBezTo>
                  </a:path>
                </a:pathLst>
              </a:custGeom>
              <a:solidFill>
                <a:schemeClr val="accent4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46" name="Freeform: Shape 9">
                <a:extLst>
                  <a:ext uri="{FF2B5EF4-FFF2-40B4-BE49-F238E27FC236}">
                    <a16:creationId xmlns:a16="http://schemas.microsoft.com/office/drawing/2014/main" id="{8F91D3B5-0631-4E10-8E8F-A90BDB6CEF8C}"/>
                  </a:ext>
                </a:extLst>
              </p:cNvPr>
              <p:cNvSpPr/>
              <p:nvPr/>
            </p:nvSpPr>
            <p:spPr>
              <a:xfrm>
                <a:off x="4559765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3351 h 6387957"/>
                  <a:gd name="connsiteX1" fmla="*/ 0 w 192640"/>
                  <a:gd name="connsiteY1" fmla="*/ 0 h 6387957"/>
                  <a:gd name="connsiteX2" fmla="*/ 198034 w 192640"/>
                  <a:gd name="connsiteY2" fmla="*/ 0 h 6387957"/>
                  <a:gd name="connsiteX3" fmla="*/ 198034 w 19264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solidFill>
                <a:schemeClr val="accent6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47" name="Freeform: Shape 10">
                <a:extLst>
                  <a:ext uri="{FF2B5EF4-FFF2-40B4-BE49-F238E27FC236}">
                    <a16:creationId xmlns:a16="http://schemas.microsoft.com/office/drawing/2014/main" id="{9833ED5E-247A-4AFE-956E-D90EE783EDB3}"/>
                  </a:ext>
                </a:extLst>
              </p:cNvPr>
              <p:cNvSpPr/>
              <p:nvPr/>
            </p:nvSpPr>
            <p:spPr>
              <a:xfrm>
                <a:off x="4433987" y="2926705"/>
                <a:ext cx="37550" cy="2567886"/>
              </a:xfrm>
              <a:custGeom>
                <a:avLst/>
                <a:gdLst>
                  <a:gd name="connsiteX0" fmla="*/ 0 w 100173"/>
                  <a:gd name="connsiteY0" fmla="*/ 685491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4716"/>
                      <a:pt x="103255" y="4567891"/>
                      <a:pt x="103255" y="6854918"/>
                    </a:cubicBezTo>
                  </a:path>
                </a:pathLst>
              </a:custGeom>
              <a:solidFill>
                <a:schemeClr val="accent6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48" name="Freeform: Shape 11">
                <a:extLst>
                  <a:ext uri="{FF2B5EF4-FFF2-40B4-BE49-F238E27FC236}">
                    <a16:creationId xmlns:a16="http://schemas.microsoft.com/office/drawing/2014/main" id="{E5EC525C-3908-4545-B9F0-C982F2420877}"/>
                  </a:ext>
                </a:extLst>
              </p:cNvPr>
              <p:cNvSpPr/>
              <p:nvPr/>
            </p:nvSpPr>
            <p:spPr>
              <a:xfrm>
                <a:off x="4366684" y="2927282"/>
                <a:ext cx="37550" cy="2567886"/>
              </a:xfrm>
              <a:custGeom>
                <a:avLst/>
                <a:gdLst>
                  <a:gd name="connsiteX0" fmla="*/ 0 w 100173"/>
                  <a:gd name="connsiteY0" fmla="*/ 685414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148"/>
                    </a:moveTo>
                    <a:cubicBezTo>
                      <a:pt x="0" y="4569432"/>
                      <a:pt x="0" y="2286257"/>
                      <a:pt x="0" y="0"/>
                    </a:cubicBezTo>
                    <a:cubicBezTo>
                      <a:pt x="33905" y="0"/>
                      <a:pt x="67809" y="0"/>
                      <a:pt x="103255" y="0"/>
                    </a:cubicBezTo>
                    <a:cubicBezTo>
                      <a:pt x="103255" y="2285486"/>
                      <a:pt x="103255" y="4568661"/>
                      <a:pt x="103255" y="6854918"/>
                    </a:cubicBezTo>
                  </a:path>
                </a:pathLst>
              </a:custGeom>
              <a:solidFill>
                <a:schemeClr val="accent6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49" name="Freeform: Shape 12">
                <a:extLst>
                  <a:ext uri="{FF2B5EF4-FFF2-40B4-BE49-F238E27FC236}">
                    <a16:creationId xmlns:a16="http://schemas.microsoft.com/office/drawing/2014/main" id="{09C432BF-83BF-44C7-8A68-9B35111165C4}"/>
                  </a:ext>
                </a:extLst>
              </p:cNvPr>
              <p:cNvSpPr/>
              <p:nvPr/>
            </p:nvSpPr>
            <p:spPr>
              <a:xfrm>
                <a:off x="5957386" y="2926705"/>
                <a:ext cx="37550" cy="2567886"/>
              </a:xfrm>
              <a:custGeom>
                <a:avLst/>
                <a:gdLst>
                  <a:gd name="connsiteX0" fmla="*/ 0 w 100173"/>
                  <a:gd name="connsiteY0" fmla="*/ 685491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3945"/>
                      <a:pt x="103255" y="4567891"/>
                      <a:pt x="103255" y="6854918"/>
                    </a:cubicBezTo>
                  </a:path>
                </a:pathLst>
              </a:custGeom>
              <a:solidFill>
                <a:schemeClr val="accent6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50" name="Freeform: Shape 13">
                <a:extLst>
                  <a:ext uri="{FF2B5EF4-FFF2-40B4-BE49-F238E27FC236}">
                    <a16:creationId xmlns:a16="http://schemas.microsoft.com/office/drawing/2014/main" id="{4D5F14F6-BD9C-4471-B822-35693E0ECCEE}"/>
                  </a:ext>
                </a:extLst>
              </p:cNvPr>
              <p:cNvSpPr/>
              <p:nvPr/>
            </p:nvSpPr>
            <p:spPr>
              <a:xfrm>
                <a:off x="6024689" y="2926127"/>
                <a:ext cx="37550" cy="2567886"/>
              </a:xfrm>
              <a:custGeom>
                <a:avLst/>
                <a:gdLst>
                  <a:gd name="connsiteX0" fmla="*/ 0 w 100173"/>
                  <a:gd name="connsiteY0" fmla="*/ 6857230 h 6850294"/>
                  <a:gd name="connsiteX1" fmla="*/ 0 w 100173"/>
                  <a:gd name="connsiteY1" fmla="*/ 0 h 6850294"/>
                  <a:gd name="connsiteX2" fmla="*/ 52398 w 100173"/>
                  <a:gd name="connsiteY2" fmla="*/ 0 h 6850294"/>
                  <a:gd name="connsiteX3" fmla="*/ 103255 w 100173"/>
                  <a:gd name="connsiteY3" fmla="*/ 0 h 6850294"/>
                  <a:gd name="connsiteX4" fmla="*/ 103255 w 100173"/>
                  <a:gd name="connsiteY4" fmla="*/ 6857230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173" h="6850294">
                    <a:moveTo>
                      <a:pt x="0" y="6857230"/>
                    </a:moveTo>
                    <a:cubicBezTo>
                      <a:pt x="0" y="4572514"/>
                      <a:pt x="0" y="2288569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287798"/>
                      <a:pt x="103255" y="4571743"/>
                      <a:pt x="103255" y="6857230"/>
                    </a:cubicBezTo>
                  </a:path>
                </a:pathLst>
              </a:custGeom>
              <a:solidFill>
                <a:schemeClr val="accent6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51" name="Freeform: Shape 14">
                <a:extLst>
                  <a:ext uri="{FF2B5EF4-FFF2-40B4-BE49-F238E27FC236}">
                    <a16:creationId xmlns:a16="http://schemas.microsoft.com/office/drawing/2014/main" id="{35B6ED53-E8E4-4DE2-BE76-D07542427D91}"/>
                  </a:ext>
                </a:extLst>
              </p:cNvPr>
              <p:cNvSpPr/>
              <p:nvPr/>
            </p:nvSpPr>
            <p:spPr>
              <a:xfrm>
                <a:off x="5890084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1714 w 100173"/>
                  <a:gd name="connsiteY2" fmla="*/ 0 h 6387957"/>
                  <a:gd name="connsiteX3" fmla="*/ 101714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33904" y="0"/>
                      <a:pt x="67039" y="0"/>
                      <a:pt x="101714" y="0"/>
                    </a:cubicBezTo>
                    <a:cubicBezTo>
                      <a:pt x="101714" y="2130603"/>
                      <a:pt x="101714" y="4260437"/>
                      <a:pt x="101714" y="6392581"/>
                    </a:cubicBezTo>
                  </a:path>
                </a:pathLst>
              </a:custGeom>
              <a:solidFill>
                <a:schemeClr val="accent6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52" name="Freeform: Shape 15">
                <a:extLst>
                  <a:ext uri="{FF2B5EF4-FFF2-40B4-BE49-F238E27FC236}">
                    <a16:creationId xmlns:a16="http://schemas.microsoft.com/office/drawing/2014/main" id="{A8A97A24-DC2C-49EC-B707-A0A7A527B0A9}"/>
                  </a:ext>
                </a:extLst>
              </p:cNvPr>
              <p:cNvSpPr/>
              <p:nvPr/>
            </p:nvSpPr>
            <p:spPr>
              <a:xfrm>
                <a:off x="609199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335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3351"/>
                    </a:moveTo>
                    <a:cubicBezTo>
                      <a:pt x="0" y="4261978"/>
                      <a:pt x="0" y="213291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1374"/>
                      <a:pt x="103255" y="4261207"/>
                      <a:pt x="103255" y="6393351"/>
                    </a:cubicBezTo>
                  </a:path>
                </a:pathLst>
              </a:custGeom>
              <a:solidFill>
                <a:schemeClr val="accent6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53" name="Freeform: Shape 16">
                <a:extLst>
                  <a:ext uri="{FF2B5EF4-FFF2-40B4-BE49-F238E27FC236}">
                    <a16:creationId xmlns:a16="http://schemas.microsoft.com/office/drawing/2014/main" id="{4ED0FC69-47AA-4FC9-8D08-3147EA5A1734}"/>
                  </a:ext>
                </a:extLst>
              </p:cNvPr>
              <p:cNvSpPr/>
              <p:nvPr/>
            </p:nvSpPr>
            <p:spPr>
              <a:xfrm>
                <a:off x="7139759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chemeClr val="accent2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54" name="Freeform: Shape 17">
                <a:extLst>
                  <a:ext uri="{FF2B5EF4-FFF2-40B4-BE49-F238E27FC236}">
                    <a16:creationId xmlns:a16="http://schemas.microsoft.com/office/drawing/2014/main" id="{2757EAE5-8C6A-452C-9A4B-7A71BBF68BB8}"/>
                  </a:ext>
                </a:extLst>
              </p:cNvPr>
              <p:cNvSpPr/>
              <p:nvPr/>
            </p:nvSpPr>
            <p:spPr>
              <a:xfrm>
                <a:off x="7280788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chemeClr val="accent2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55" name="Freeform: Shape 18">
                <a:extLst>
                  <a:ext uri="{FF2B5EF4-FFF2-40B4-BE49-F238E27FC236}">
                    <a16:creationId xmlns:a16="http://schemas.microsoft.com/office/drawing/2014/main" id="{9A398514-6CBA-493F-8416-AE84CB3E34D9}"/>
                  </a:ext>
                </a:extLst>
              </p:cNvPr>
              <p:cNvSpPr/>
              <p:nvPr/>
            </p:nvSpPr>
            <p:spPr>
              <a:xfrm>
                <a:off x="7349773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99402" y="0"/>
                      <a:pt x="195722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chemeClr val="accent1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56" name="Freeform: Shape 19">
                <a:extLst>
                  <a:ext uri="{FF2B5EF4-FFF2-40B4-BE49-F238E27FC236}">
                    <a16:creationId xmlns:a16="http://schemas.microsoft.com/office/drawing/2014/main" id="{248BDF24-2CD8-4F98-A671-38A09AFC3B84}"/>
                  </a:ext>
                </a:extLst>
              </p:cNvPr>
              <p:cNvSpPr/>
              <p:nvPr/>
            </p:nvSpPr>
            <p:spPr>
              <a:xfrm>
                <a:off x="7548511" y="2927282"/>
                <a:ext cx="41911" cy="2569908"/>
              </a:xfrm>
              <a:custGeom>
                <a:avLst/>
                <a:gdLst>
                  <a:gd name="connsiteX0" fmla="*/ 0 w 115584"/>
                  <a:gd name="connsiteY0" fmla="*/ 6753975 h 6850294"/>
                  <a:gd name="connsiteX1" fmla="*/ 13099 w 115584"/>
                  <a:gd name="connsiteY1" fmla="*/ 0 h 6850294"/>
                  <a:gd name="connsiteX2" fmla="*/ 118666 w 115584"/>
                  <a:gd name="connsiteY2" fmla="*/ 0 h 6850294"/>
                  <a:gd name="connsiteX3" fmla="*/ 118666 w 115584"/>
                  <a:gd name="connsiteY3" fmla="*/ 6855688 h 6850294"/>
                  <a:gd name="connsiteX0" fmla="*/ 0 w 111805"/>
                  <a:gd name="connsiteY0" fmla="*/ 6836322 h 6855688"/>
                  <a:gd name="connsiteX1" fmla="*/ 6237 w 111805"/>
                  <a:gd name="connsiteY1" fmla="*/ 0 h 6855688"/>
                  <a:gd name="connsiteX2" fmla="*/ 111804 w 111805"/>
                  <a:gd name="connsiteY2" fmla="*/ 0 h 6855688"/>
                  <a:gd name="connsiteX3" fmla="*/ 111804 w 111805"/>
                  <a:gd name="connsiteY3" fmla="*/ 6855688 h 6855688"/>
                  <a:gd name="connsiteX0" fmla="*/ 0 w 111804"/>
                  <a:gd name="connsiteY0" fmla="*/ 6853478 h 6855688"/>
                  <a:gd name="connsiteX1" fmla="*/ 6237 w 111804"/>
                  <a:gd name="connsiteY1" fmla="*/ 0 h 6855688"/>
                  <a:gd name="connsiteX2" fmla="*/ 111804 w 111804"/>
                  <a:gd name="connsiteY2" fmla="*/ 0 h 6855688"/>
                  <a:gd name="connsiteX3" fmla="*/ 111804 w 111804"/>
                  <a:gd name="connsiteY3" fmla="*/ 6855688 h 68556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1804" h="6855688">
                    <a:moveTo>
                      <a:pt x="0" y="6853478"/>
                    </a:moveTo>
                    <a:cubicBezTo>
                      <a:pt x="14640" y="4603437"/>
                      <a:pt x="3155" y="2253123"/>
                      <a:pt x="6237" y="0"/>
                    </a:cubicBezTo>
                    <a:lnTo>
                      <a:pt x="111804" y="0"/>
                    </a:lnTo>
                    <a:lnTo>
                      <a:pt x="111804" y="6855688"/>
                    </a:lnTo>
                  </a:path>
                </a:pathLst>
              </a:custGeom>
              <a:solidFill>
                <a:schemeClr val="accent1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57" name="Freeform: Shape 20">
                <a:extLst>
                  <a:ext uri="{FF2B5EF4-FFF2-40B4-BE49-F238E27FC236}">
                    <a16:creationId xmlns:a16="http://schemas.microsoft.com/office/drawing/2014/main" id="{7984C3E4-7628-40C8-85CA-E19FCBCEF3F1}"/>
                  </a:ext>
                </a:extLst>
              </p:cNvPr>
              <p:cNvSpPr/>
              <p:nvPr/>
            </p:nvSpPr>
            <p:spPr>
              <a:xfrm>
                <a:off x="7485249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chemeClr val="accent1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58" name="Freeform: Shape 21">
                <a:extLst>
                  <a:ext uri="{FF2B5EF4-FFF2-40B4-BE49-F238E27FC236}">
                    <a16:creationId xmlns:a16="http://schemas.microsoft.com/office/drawing/2014/main" id="{8C53762C-C9DB-488B-A6C3-D2EF997D4824}"/>
                  </a:ext>
                </a:extLst>
              </p:cNvPr>
              <p:cNvSpPr/>
              <p:nvPr/>
            </p:nvSpPr>
            <p:spPr>
              <a:xfrm>
                <a:off x="7616134" y="2926994"/>
                <a:ext cx="28885" cy="2567886"/>
              </a:xfrm>
              <a:custGeom>
                <a:avLst/>
                <a:gdLst>
                  <a:gd name="connsiteX0" fmla="*/ 0 w 77056"/>
                  <a:gd name="connsiteY0" fmla="*/ 6854918 h 6850294"/>
                  <a:gd name="connsiteX1" fmla="*/ 0 w 77056"/>
                  <a:gd name="connsiteY1" fmla="*/ 0 h 6850294"/>
                  <a:gd name="connsiteX2" fmla="*/ 78597 w 77056"/>
                  <a:gd name="connsiteY2" fmla="*/ 0 h 6850294"/>
                  <a:gd name="connsiteX3" fmla="*/ 78597 w 77056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056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25428" y="0"/>
                      <a:pt x="50087" y="0"/>
                      <a:pt x="78597" y="0"/>
                    </a:cubicBezTo>
                    <a:cubicBezTo>
                      <a:pt x="78597" y="2283175"/>
                      <a:pt x="78597" y="4566350"/>
                      <a:pt x="78597" y="6854918"/>
                    </a:cubicBezTo>
                  </a:path>
                </a:pathLst>
              </a:custGeom>
              <a:solidFill>
                <a:schemeClr val="accent1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59" name="Freeform: Shape 22">
                <a:extLst>
                  <a:ext uri="{FF2B5EF4-FFF2-40B4-BE49-F238E27FC236}">
                    <a16:creationId xmlns:a16="http://schemas.microsoft.com/office/drawing/2014/main" id="{1A8ED041-2586-48E4-ACBE-6C2ED338E966}"/>
                  </a:ext>
                </a:extLst>
              </p:cNvPr>
              <p:cNvSpPr/>
              <p:nvPr/>
            </p:nvSpPr>
            <p:spPr>
              <a:xfrm>
                <a:off x="6838507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chemeClr val="accent3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60" name="Freeform: Shape 23">
                <a:extLst>
                  <a:ext uri="{FF2B5EF4-FFF2-40B4-BE49-F238E27FC236}">
                    <a16:creationId xmlns:a16="http://schemas.microsoft.com/office/drawing/2014/main" id="{E2E2C08D-AFC1-4D38-B19D-ECAA791E7E03}"/>
                  </a:ext>
                </a:extLst>
              </p:cNvPr>
              <p:cNvSpPr/>
              <p:nvPr/>
            </p:nvSpPr>
            <p:spPr>
              <a:xfrm>
                <a:off x="698099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solidFill>
                <a:schemeClr val="accent3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61" name="Freeform: Shape 24">
                <a:extLst>
                  <a:ext uri="{FF2B5EF4-FFF2-40B4-BE49-F238E27FC236}">
                    <a16:creationId xmlns:a16="http://schemas.microsoft.com/office/drawing/2014/main" id="{53B015E2-EB41-454F-B249-A3924B2C56A7}"/>
                  </a:ext>
                </a:extLst>
              </p:cNvPr>
              <p:cNvSpPr/>
              <p:nvPr/>
            </p:nvSpPr>
            <p:spPr>
              <a:xfrm>
                <a:off x="706505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solidFill>
                <a:schemeClr val="accent3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62" name="Freeform: Shape 25">
                <a:extLst>
                  <a:ext uri="{FF2B5EF4-FFF2-40B4-BE49-F238E27FC236}">
                    <a16:creationId xmlns:a16="http://schemas.microsoft.com/office/drawing/2014/main" id="{018D5BE2-ED44-4289-8EFA-42F5721FBB85}"/>
                  </a:ext>
                </a:extLst>
              </p:cNvPr>
              <p:cNvSpPr/>
              <p:nvPr/>
            </p:nvSpPr>
            <p:spPr>
              <a:xfrm>
                <a:off x="6754449" y="2926127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solidFill>
                <a:schemeClr val="accent3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63" name="Freeform: Shape 26">
                <a:extLst>
                  <a:ext uri="{FF2B5EF4-FFF2-40B4-BE49-F238E27FC236}">
                    <a16:creationId xmlns:a16="http://schemas.microsoft.com/office/drawing/2014/main" id="{FEBA9FA3-A7E2-4C7A-A66C-36068833FD70}"/>
                  </a:ext>
                </a:extLst>
              </p:cNvPr>
              <p:cNvSpPr/>
              <p:nvPr/>
            </p:nvSpPr>
            <p:spPr>
              <a:xfrm>
                <a:off x="633491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335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3351"/>
                    </a:moveTo>
                    <a:cubicBezTo>
                      <a:pt x="0" y="4262748"/>
                      <a:pt x="0" y="213291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1374"/>
                      <a:pt x="103255" y="4260436"/>
                      <a:pt x="103255" y="6393351"/>
                    </a:cubicBezTo>
                  </a:path>
                </a:pathLst>
              </a:custGeom>
              <a:solidFill>
                <a:schemeClr val="accent5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64" name="Freeform: Shape 27">
                <a:extLst>
                  <a:ext uri="{FF2B5EF4-FFF2-40B4-BE49-F238E27FC236}">
                    <a16:creationId xmlns:a16="http://schemas.microsoft.com/office/drawing/2014/main" id="{DCE49181-A192-4FDD-8E4A-6CE1DB81A373}"/>
                  </a:ext>
                </a:extLst>
              </p:cNvPr>
              <p:cNvSpPr/>
              <p:nvPr/>
            </p:nvSpPr>
            <p:spPr>
              <a:xfrm>
                <a:off x="6159871" y="2926127"/>
                <a:ext cx="37550" cy="2397464"/>
              </a:xfrm>
              <a:custGeom>
                <a:avLst/>
                <a:gdLst>
                  <a:gd name="connsiteX0" fmla="*/ 0 w 100173"/>
                  <a:gd name="connsiteY0" fmla="*/ 6395663 h 6395662"/>
                  <a:gd name="connsiteX1" fmla="*/ 0 w 100173"/>
                  <a:gd name="connsiteY1" fmla="*/ 0 h 6395662"/>
                  <a:gd name="connsiteX2" fmla="*/ 52398 w 100173"/>
                  <a:gd name="connsiteY2" fmla="*/ 0 h 6395662"/>
                  <a:gd name="connsiteX3" fmla="*/ 103255 w 100173"/>
                  <a:gd name="connsiteY3" fmla="*/ 0 h 6395662"/>
                  <a:gd name="connsiteX4" fmla="*/ 103255 w 100173"/>
                  <a:gd name="connsiteY4" fmla="*/ 6395663 h 63956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173" h="6395662">
                    <a:moveTo>
                      <a:pt x="0" y="6395663"/>
                    </a:moveTo>
                    <a:cubicBezTo>
                      <a:pt x="0" y="4265060"/>
                      <a:pt x="0" y="2135227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132915"/>
                      <a:pt x="103255" y="4261977"/>
                      <a:pt x="103255" y="6395663"/>
                    </a:cubicBezTo>
                  </a:path>
                </a:pathLst>
              </a:custGeom>
              <a:solidFill>
                <a:schemeClr val="accent5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65" name="Freeform: Shape 28">
                <a:extLst>
                  <a:ext uri="{FF2B5EF4-FFF2-40B4-BE49-F238E27FC236}">
                    <a16:creationId xmlns:a16="http://schemas.microsoft.com/office/drawing/2014/main" id="{08B99DFA-675D-47CD-AAA5-48F4B7263F7F}"/>
                  </a:ext>
                </a:extLst>
              </p:cNvPr>
              <p:cNvSpPr/>
              <p:nvPr/>
            </p:nvSpPr>
            <p:spPr>
              <a:xfrm>
                <a:off x="6231712" y="2926127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chemeClr val="accent5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66" name="Freeform: Shape 29">
                <a:extLst>
                  <a:ext uri="{FF2B5EF4-FFF2-40B4-BE49-F238E27FC236}">
                    <a16:creationId xmlns:a16="http://schemas.microsoft.com/office/drawing/2014/main" id="{A3A52561-2F81-45D4-BB63-98DD6D95E5E9}"/>
                  </a:ext>
                </a:extLst>
              </p:cNvPr>
              <p:cNvSpPr/>
              <p:nvPr/>
            </p:nvSpPr>
            <p:spPr>
              <a:xfrm>
                <a:off x="6598401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chemeClr val="accent4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67" name="Freeform: Shape 30">
                <a:extLst>
                  <a:ext uri="{FF2B5EF4-FFF2-40B4-BE49-F238E27FC236}">
                    <a16:creationId xmlns:a16="http://schemas.microsoft.com/office/drawing/2014/main" id="{53780AFD-C7BF-438C-8ACF-ADB70736488F}"/>
                  </a:ext>
                </a:extLst>
              </p:cNvPr>
              <p:cNvSpPr/>
              <p:nvPr/>
            </p:nvSpPr>
            <p:spPr>
              <a:xfrm>
                <a:off x="6680669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solidFill>
                <a:schemeClr val="accent4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68" name="Freeform: Shape 31">
                <a:extLst>
                  <a:ext uri="{FF2B5EF4-FFF2-40B4-BE49-F238E27FC236}">
                    <a16:creationId xmlns:a16="http://schemas.microsoft.com/office/drawing/2014/main" id="{D1DA5EF5-6153-4FA1-B3B6-C7EA4D7C45C7}"/>
                  </a:ext>
                </a:extLst>
              </p:cNvPr>
              <p:cNvSpPr/>
              <p:nvPr/>
            </p:nvSpPr>
            <p:spPr>
              <a:xfrm>
                <a:off x="651613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181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181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181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134" y="0"/>
                      <a:pt x="67039" y="0"/>
                      <a:pt x="103255" y="0"/>
                    </a:cubicBezTo>
                    <a:cubicBezTo>
                      <a:pt x="103255" y="2130603"/>
                      <a:pt x="103255" y="4260436"/>
                      <a:pt x="103255" y="6391811"/>
                    </a:cubicBezTo>
                  </a:path>
                </a:pathLst>
              </a:custGeom>
              <a:solidFill>
                <a:schemeClr val="accent4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69" name="Freeform: Shape 32">
                <a:extLst>
                  <a:ext uri="{FF2B5EF4-FFF2-40B4-BE49-F238E27FC236}">
                    <a16:creationId xmlns:a16="http://schemas.microsoft.com/office/drawing/2014/main" id="{F80C8E45-AA03-497B-9ABE-2E9B8BC26557}"/>
                  </a:ext>
                </a:extLst>
              </p:cNvPr>
              <p:cNvSpPr/>
              <p:nvPr/>
            </p:nvSpPr>
            <p:spPr>
              <a:xfrm>
                <a:off x="6399205" y="2927282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chemeClr val="accent4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70" name="Freeform: Shape 33">
                <a:extLst>
                  <a:ext uri="{FF2B5EF4-FFF2-40B4-BE49-F238E27FC236}">
                    <a16:creationId xmlns:a16="http://schemas.microsoft.com/office/drawing/2014/main" id="{B33154AB-DAF1-4E1D-AED0-2C8B79C6FE97}"/>
                  </a:ext>
                </a:extLst>
              </p:cNvPr>
              <p:cNvSpPr/>
              <p:nvPr/>
            </p:nvSpPr>
            <p:spPr>
              <a:xfrm>
                <a:off x="5237391" y="2926127"/>
                <a:ext cx="144425" cy="2394576"/>
              </a:xfrm>
              <a:custGeom>
                <a:avLst/>
                <a:gdLst>
                  <a:gd name="connsiteX0" fmla="*/ 0 w 385280"/>
                  <a:gd name="connsiteY0" fmla="*/ 6393351 h 6387957"/>
                  <a:gd name="connsiteX1" fmla="*/ 0 w 385280"/>
                  <a:gd name="connsiteY1" fmla="*/ 0 h 6387957"/>
                  <a:gd name="connsiteX2" fmla="*/ 387593 w 385280"/>
                  <a:gd name="connsiteY2" fmla="*/ 0 h 6387957"/>
                  <a:gd name="connsiteX3" fmla="*/ 387593 w 38528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5280" h="6387957">
                    <a:moveTo>
                      <a:pt x="0" y="639335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128684" y="0"/>
                      <a:pt x="256597" y="0"/>
                      <a:pt x="387593" y="0"/>
                    </a:cubicBezTo>
                    <a:cubicBezTo>
                      <a:pt x="387593" y="2130603"/>
                      <a:pt x="387593" y="4261207"/>
                      <a:pt x="387593" y="6393351"/>
                    </a:cubicBezTo>
                  </a:path>
                </a:pathLst>
              </a:custGeom>
              <a:solidFill>
                <a:schemeClr val="accent3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71" name="Freeform: Shape 34">
                <a:extLst>
                  <a:ext uri="{FF2B5EF4-FFF2-40B4-BE49-F238E27FC236}">
                    <a16:creationId xmlns:a16="http://schemas.microsoft.com/office/drawing/2014/main" id="{6E905E38-B653-4270-89DB-6739B8AED375}"/>
                  </a:ext>
                </a:extLst>
              </p:cNvPr>
              <p:cNvSpPr/>
              <p:nvPr/>
            </p:nvSpPr>
            <p:spPr>
              <a:xfrm>
                <a:off x="5123269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59666"/>
                      <a:pt x="198805" y="6392581"/>
                    </a:cubicBezTo>
                  </a:path>
                </a:pathLst>
              </a:custGeom>
              <a:solidFill>
                <a:schemeClr val="accent3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72" name="Freeform: Shape 35">
                <a:extLst>
                  <a:ext uri="{FF2B5EF4-FFF2-40B4-BE49-F238E27FC236}">
                    <a16:creationId xmlns:a16="http://schemas.microsoft.com/office/drawing/2014/main" id="{C46E5A34-F6FC-40B7-8BD9-CA4870D3EACB}"/>
                  </a:ext>
                </a:extLst>
              </p:cNvPr>
              <p:cNvSpPr/>
              <p:nvPr/>
            </p:nvSpPr>
            <p:spPr>
              <a:xfrm>
                <a:off x="5611343" y="2927282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chemeClr val="accent3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73" name="Freeform: Shape 36">
                <a:extLst>
                  <a:ext uri="{FF2B5EF4-FFF2-40B4-BE49-F238E27FC236}">
                    <a16:creationId xmlns:a16="http://schemas.microsoft.com/office/drawing/2014/main" id="{5FA3DBA7-F8ED-45A6-819E-A85FBC355BCB}"/>
                  </a:ext>
                </a:extLst>
              </p:cNvPr>
              <p:cNvSpPr/>
              <p:nvPr/>
            </p:nvSpPr>
            <p:spPr>
              <a:xfrm>
                <a:off x="5407259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10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chemeClr val="accent3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74" name="Freeform: Shape 37">
                <a:extLst>
                  <a:ext uri="{FF2B5EF4-FFF2-40B4-BE49-F238E27FC236}">
                    <a16:creationId xmlns:a16="http://schemas.microsoft.com/office/drawing/2014/main" id="{6D4897DB-997C-4440-9C15-09B6C34994D1}"/>
                  </a:ext>
                </a:extLst>
              </p:cNvPr>
              <p:cNvSpPr/>
              <p:nvPr/>
            </p:nvSpPr>
            <p:spPr>
              <a:xfrm>
                <a:off x="5470252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chemeClr val="accent3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75" name="Freeform: Shape 38">
                <a:extLst>
                  <a:ext uri="{FF2B5EF4-FFF2-40B4-BE49-F238E27FC236}">
                    <a16:creationId xmlns:a16="http://schemas.microsoft.com/office/drawing/2014/main" id="{60C5513F-881C-4B26-9ADB-6A46166CB483}"/>
                  </a:ext>
                </a:extLst>
              </p:cNvPr>
              <p:cNvSpPr/>
              <p:nvPr/>
            </p:nvSpPr>
            <p:spPr>
              <a:xfrm>
                <a:off x="5533244" y="2926127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chemeClr val="accent3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</p:grp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621D202A-5DDC-4586-837E-E89610285CC9}"/>
                </a:ext>
              </a:extLst>
            </p:cNvPr>
            <p:cNvSpPr/>
            <p:nvPr/>
          </p:nvSpPr>
          <p:spPr>
            <a:xfrm>
              <a:off x="0" y="-699"/>
              <a:ext cx="12191999" cy="646331"/>
            </a:xfrm>
            <a:prstGeom prst="rect">
              <a:avLst/>
            </a:prstGeom>
            <a:solidFill>
              <a:schemeClr val="bg1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algn="ctr"/>
              <a:endParaRPr lang="ko-KR" altLang="en-US" sz="3600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itchFamily="18" charset="0"/>
              </a:endParaRPr>
            </a:p>
          </p:txBody>
        </p:sp>
        <p:pic>
          <p:nvPicPr>
            <p:cNvPr id="77" name="Picture 76">
              <a:extLst>
                <a:ext uri="{FF2B5EF4-FFF2-40B4-BE49-F238E27FC236}">
                  <a16:creationId xmlns:a16="http://schemas.microsoft.com/office/drawing/2014/main" id="{C10207E4-A41E-4E56-9165-4F7135FB076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587" y="34941"/>
              <a:ext cx="1343005" cy="575049"/>
            </a:xfrm>
            <a:prstGeom prst="rect">
              <a:avLst/>
            </a:prstGeom>
          </p:spPr>
        </p:pic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8C098857-E541-4069-B9EA-AF75614C0ABE}"/>
                </a:ext>
              </a:extLst>
            </p:cNvPr>
            <p:cNvSpPr txBox="1"/>
            <p:nvPr/>
          </p:nvSpPr>
          <p:spPr>
            <a:xfrm>
              <a:off x="3258798" y="84039"/>
              <a:ext cx="5674404" cy="5480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15000"/>
                </a:lnSpc>
                <a:spcAft>
                  <a:spcPts val="800"/>
                </a:spcAft>
              </a:pPr>
              <a:endParaRPr lang="en-US" sz="2800" b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80" name="TextBox 79">
            <a:extLst>
              <a:ext uri="{FF2B5EF4-FFF2-40B4-BE49-F238E27FC236}">
                <a16:creationId xmlns:a16="http://schemas.microsoft.com/office/drawing/2014/main" id="{45F3871D-D40A-DB0A-DA5B-FAC9725D0E7F}"/>
              </a:ext>
            </a:extLst>
          </p:cNvPr>
          <p:cNvSpPr txBox="1"/>
          <p:nvPr/>
        </p:nvSpPr>
        <p:spPr>
          <a:xfrm>
            <a:off x="2092853" y="30077"/>
            <a:ext cx="8006294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Finding 1: The 'Insurance Heartland' (EDA)</a:t>
            </a:r>
            <a:endParaRPr sz="3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2" name="Picture 81" descr="A map of the world&#10;&#10;AI-generated content may be incorrect.">
            <a:extLst>
              <a:ext uri="{FF2B5EF4-FFF2-40B4-BE49-F238E27FC236}">
                <a16:creationId xmlns:a16="http://schemas.microsoft.com/office/drawing/2014/main" id="{1C7E4852-2186-7F23-9B94-6BF4765198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429" t="10760" b="3339"/>
          <a:stretch>
            <a:fillRect/>
          </a:stretch>
        </p:blipFill>
        <p:spPr>
          <a:xfrm>
            <a:off x="83751" y="1716969"/>
            <a:ext cx="5873626" cy="2744847"/>
          </a:xfrm>
          <a:prstGeom prst="rect">
            <a:avLst/>
          </a:prstGeom>
        </p:spPr>
      </p:pic>
      <p:sp>
        <p:nvSpPr>
          <p:cNvPr id="84" name="TextBox 83">
            <a:extLst>
              <a:ext uri="{FF2B5EF4-FFF2-40B4-BE49-F238E27FC236}">
                <a16:creationId xmlns:a16="http://schemas.microsoft.com/office/drawing/2014/main" id="{C3C41DD4-9C92-D0D4-5BAE-FDC99DA6068C}"/>
              </a:ext>
            </a:extLst>
          </p:cNvPr>
          <p:cNvSpPr txBox="1"/>
          <p:nvPr/>
        </p:nvSpPr>
        <p:spPr>
          <a:xfrm>
            <a:off x="5930678" y="1355585"/>
            <a:ext cx="6150076" cy="346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defRPr sz="2200" b="1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Key Insights:</a:t>
            </a:r>
          </a:p>
          <a:p>
            <a:pPr algn="just">
              <a:defRPr sz="2200" b="1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Insurance activity is not uniform.</a:t>
            </a:r>
          </a:p>
          <a:p>
            <a:pPr algn="just">
              <a:spcAft>
                <a:spcPts val="1400"/>
              </a:spcAft>
              <a:defRPr sz="18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 proves that participation is highly concentrated in a few key regions.</a:t>
            </a:r>
          </a:p>
          <a:p>
            <a:pPr algn="just">
              <a:defRPr sz="2200" b="1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A High-Volume “Insurance Heartland” Exists.</a:t>
            </a:r>
          </a:p>
          <a:p>
            <a:pPr algn="just">
              <a:spcAft>
                <a:spcPts val="1400"/>
              </a:spcAft>
              <a:defRPr sz="18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the map shows, Maharashtra, Rajasthan, and Madhya Pradesh dominate national participation.</a:t>
            </a:r>
          </a:p>
          <a:p>
            <a:pPr algn="just">
              <a:defRPr sz="2200" b="1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Policy “Hotspots” Emerge.</a:t>
            </a:r>
          </a:p>
          <a:p>
            <a:pPr algn="just">
              <a:defRPr sz="18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Individual districts like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Hanumangarh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Beed are massive outliers, showing more policy volume than entire states.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6B0F53A-6C86-9EEA-D5A6-E36E0258CAD0}"/>
              </a:ext>
            </a:extLst>
          </p:cNvPr>
          <p:cNvSpPr txBox="1"/>
          <p:nvPr/>
        </p:nvSpPr>
        <p:spPr>
          <a:xfrm>
            <a:off x="999909" y="5533155"/>
            <a:ext cx="1019218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"one-size-fits-all" policy is inefficient. The data proves we need a regional, data-driven strategy.</a:t>
            </a:r>
            <a:endParaRPr lang="en-IN" sz="20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73600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" name="Group 78">
            <a:extLst>
              <a:ext uri="{FF2B5EF4-FFF2-40B4-BE49-F238E27FC236}">
                <a16:creationId xmlns:a16="http://schemas.microsoft.com/office/drawing/2014/main" id="{8AB83803-82FF-4FDF-A9E4-FA57E548D4DF}"/>
              </a:ext>
            </a:extLst>
          </p:cNvPr>
          <p:cNvGrpSpPr/>
          <p:nvPr/>
        </p:nvGrpSpPr>
        <p:grpSpPr>
          <a:xfrm>
            <a:off x="0" y="-699"/>
            <a:ext cx="12196232" cy="6859933"/>
            <a:chOff x="0" y="-699"/>
            <a:chExt cx="12196232" cy="6859933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4F7233E0-8B4C-403F-B4DC-1EAABD525929}"/>
                </a:ext>
              </a:extLst>
            </p:cNvPr>
            <p:cNvGrpSpPr/>
            <p:nvPr/>
          </p:nvGrpSpPr>
          <p:grpSpPr>
            <a:xfrm>
              <a:off x="4232" y="6382984"/>
              <a:ext cx="12192000" cy="476250"/>
              <a:chOff x="0" y="6381750"/>
              <a:chExt cx="12192000" cy="476250"/>
            </a:xfrm>
            <a:solidFill>
              <a:srgbClr val="C00000"/>
            </a:solidFill>
          </p:grpSpPr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C3EDFE22-777C-4E40-82E4-FD5DB11D8B63}"/>
                  </a:ext>
                </a:extLst>
              </p:cNvPr>
              <p:cNvSpPr/>
              <p:nvPr/>
            </p:nvSpPr>
            <p:spPr>
              <a:xfrm>
                <a:off x="0" y="6381750"/>
                <a:ext cx="12192000" cy="47625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grpSp>
            <p:nvGrpSpPr>
              <p:cNvPr id="4" name="Group 3">
                <a:extLst>
                  <a:ext uri="{FF2B5EF4-FFF2-40B4-BE49-F238E27FC236}">
                    <a16:creationId xmlns:a16="http://schemas.microsoft.com/office/drawing/2014/main" id="{314080B3-0E2C-457A-A722-47CA48E69C19}"/>
                  </a:ext>
                </a:extLst>
              </p:cNvPr>
              <p:cNvGrpSpPr/>
              <p:nvPr/>
            </p:nvGrpSpPr>
            <p:grpSpPr>
              <a:xfrm>
                <a:off x="160089" y="6467143"/>
                <a:ext cx="4087748" cy="273466"/>
                <a:chOff x="4366684" y="2926127"/>
                <a:chExt cx="3278335" cy="2571063"/>
              </a:xfrm>
              <a:grpFill/>
            </p:grpSpPr>
            <p:sp>
              <p:nvSpPr>
                <p:cNvPr id="5" name="Freeform: Shape 4">
                  <a:extLst>
                    <a:ext uri="{FF2B5EF4-FFF2-40B4-BE49-F238E27FC236}">
                      <a16:creationId xmlns:a16="http://schemas.microsoft.com/office/drawing/2014/main" id="{375F0EE2-DB06-4E1C-9F66-EAACEFA99A97}"/>
                    </a:ext>
                  </a:extLst>
                </p:cNvPr>
                <p:cNvSpPr/>
                <p:nvPr/>
              </p:nvSpPr>
              <p:spPr>
                <a:xfrm>
                  <a:off x="4744501" y="2926994"/>
                  <a:ext cx="72212" cy="2394576"/>
                </a:xfrm>
                <a:custGeom>
                  <a:avLst/>
                  <a:gdLst>
                    <a:gd name="connsiteX0" fmla="*/ 0 w 192640"/>
                    <a:gd name="connsiteY0" fmla="*/ 6393351 h 6387957"/>
                    <a:gd name="connsiteX1" fmla="*/ 0 w 192640"/>
                    <a:gd name="connsiteY1" fmla="*/ 0 h 6387957"/>
                    <a:gd name="connsiteX2" fmla="*/ 198034 w 192640"/>
                    <a:gd name="connsiteY2" fmla="*/ 0 h 6387957"/>
                    <a:gd name="connsiteX3" fmla="*/ 198034 w 192640"/>
                    <a:gd name="connsiteY3" fmla="*/ 639335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2640" h="6387957">
                      <a:moveTo>
                        <a:pt x="0" y="6393351"/>
                      </a:moveTo>
                      <a:cubicBezTo>
                        <a:pt x="0" y="4261207"/>
                        <a:pt x="0" y="2132145"/>
                        <a:pt x="0" y="0"/>
                      </a:cubicBezTo>
                      <a:cubicBezTo>
                        <a:pt x="67039" y="0"/>
                        <a:pt x="131766" y="0"/>
                        <a:pt x="198034" y="0"/>
                      </a:cubicBezTo>
                      <a:cubicBezTo>
                        <a:pt x="198034" y="2132145"/>
                        <a:pt x="198034" y="4261207"/>
                        <a:pt x="198034" y="639335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6" name="Freeform: Shape 5">
                  <a:extLst>
                    <a:ext uri="{FF2B5EF4-FFF2-40B4-BE49-F238E27FC236}">
                      <a16:creationId xmlns:a16="http://schemas.microsoft.com/office/drawing/2014/main" id="{175E547C-4DF2-4010-A85D-7C2F6E73C80D}"/>
                    </a:ext>
                  </a:extLst>
                </p:cNvPr>
                <p:cNvSpPr/>
                <p:nvPr/>
              </p:nvSpPr>
              <p:spPr>
                <a:xfrm>
                  <a:off x="4676621" y="2926994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258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2581"/>
                      </a:moveTo>
                      <a:cubicBezTo>
                        <a:pt x="0" y="4261207"/>
                        <a:pt x="0" y="2131374"/>
                        <a:pt x="0" y="0"/>
                      </a:cubicBezTo>
                      <a:cubicBezTo>
                        <a:pt x="34675" y="0"/>
                        <a:pt x="67809" y="0"/>
                        <a:pt x="103255" y="0"/>
                      </a:cubicBezTo>
                      <a:cubicBezTo>
                        <a:pt x="103255" y="2130603"/>
                        <a:pt x="103255" y="4260437"/>
                        <a:pt x="10325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7" name="Freeform: Shape 6">
                  <a:extLst>
                    <a:ext uri="{FF2B5EF4-FFF2-40B4-BE49-F238E27FC236}">
                      <a16:creationId xmlns:a16="http://schemas.microsoft.com/office/drawing/2014/main" id="{3F8BF4F1-A2B9-4C23-BC26-20CA699DD57A}"/>
                    </a:ext>
                  </a:extLst>
                </p:cNvPr>
                <p:cNvSpPr/>
                <p:nvPr/>
              </p:nvSpPr>
              <p:spPr>
                <a:xfrm>
                  <a:off x="5706626" y="2927282"/>
                  <a:ext cx="109764" cy="2394576"/>
                </a:xfrm>
                <a:custGeom>
                  <a:avLst/>
                  <a:gdLst>
                    <a:gd name="connsiteX0" fmla="*/ 0 w 292813"/>
                    <a:gd name="connsiteY0" fmla="*/ 6392581 h 6387957"/>
                    <a:gd name="connsiteX1" fmla="*/ 0 w 292813"/>
                    <a:gd name="connsiteY1" fmla="*/ 0 h 6387957"/>
                    <a:gd name="connsiteX2" fmla="*/ 295125 w 292813"/>
                    <a:gd name="connsiteY2" fmla="*/ 0 h 6387957"/>
                    <a:gd name="connsiteX3" fmla="*/ 295125 w 29281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92813" h="6387957">
                      <a:moveTo>
                        <a:pt x="0" y="6392581"/>
                      </a:moveTo>
                      <a:cubicBezTo>
                        <a:pt x="0" y="4261978"/>
                        <a:pt x="0" y="2132145"/>
                        <a:pt x="0" y="0"/>
                      </a:cubicBezTo>
                      <a:cubicBezTo>
                        <a:pt x="97091" y="0"/>
                        <a:pt x="194952" y="0"/>
                        <a:pt x="295125" y="0"/>
                      </a:cubicBezTo>
                      <a:cubicBezTo>
                        <a:pt x="295125" y="2130603"/>
                        <a:pt x="295125" y="4259666"/>
                        <a:pt x="29512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8" name="Freeform: Shape 7">
                  <a:extLst>
                    <a:ext uri="{FF2B5EF4-FFF2-40B4-BE49-F238E27FC236}">
                      <a16:creationId xmlns:a16="http://schemas.microsoft.com/office/drawing/2014/main" id="{1BB7A337-F067-4346-AD27-97742504B3F6}"/>
                    </a:ext>
                  </a:extLst>
                </p:cNvPr>
                <p:cNvSpPr/>
                <p:nvPr/>
              </p:nvSpPr>
              <p:spPr>
                <a:xfrm>
                  <a:off x="5022376" y="2926994"/>
                  <a:ext cx="75101" cy="2394576"/>
                </a:xfrm>
                <a:custGeom>
                  <a:avLst/>
                  <a:gdLst>
                    <a:gd name="connsiteX0" fmla="*/ 0 w 200346"/>
                    <a:gd name="connsiteY0" fmla="*/ 6392581 h 6387957"/>
                    <a:gd name="connsiteX1" fmla="*/ 0 w 200346"/>
                    <a:gd name="connsiteY1" fmla="*/ 0 h 6387957"/>
                    <a:gd name="connsiteX2" fmla="*/ 201117 w 200346"/>
                    <a:gd name="connsiteY2" fmla="*/ 0 h 6387957"/>
                    <a:gd name="connsiteX3" fmla="*/ 201117 w 200346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00346" h="6387957">
                      <a:moveTo>
                        <a:pt x="0" y="6392581"/>
                      </a:moveTo>
                      <a:cubicBezTo>
                        <a:pt x="0" y="4261207"/>
                        <a:pt x="0" y="2132145"/>
                        <a:pt x="0" y="0"/>
                      </a:cubicBezTo>
                      <a:cubicBezTo>
                        <a:pt x="67039" y="0"/>
                        <a:pt x="133307" y="0"/>
                        <a:pt x="201117" y="0"/>
                      </a:cubicBezTo>
                      <a:cubicBezTo>
                        <a:pt x="201117" y="2131374"/>
                        <a:pt x="201117" y="4260437"/>
                        <a:pt x="201117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9" name="Freeform: Shape 8">
                  <a:extLst>
                    <a:ext uri="{FF2B5EF4-FFF2-40B4-BE49-F238E27FC236}">
                      <a16:creationId xmlns:a16="http://schemas.microsoft.com/office/drawing/2014/main" id="{8E795506-C19E-4D33-8ECE-0DF520B3AEFE}"/>
                    </a:ext>
                  </a:extLst>
                </p:cNvPr>
                <p:cNvSpPr/>
                <p:nvPr/>
              </p:nvSpPr>
              <p:spPr>
                <a:xfrm>
                  <a:off x="4877829" y="2926994"/>
                  <a:ext cx="72212" cy="2394576"/>
                </a:xfrm>
                <a:custGeom>
                  <a:avLst/>
                  <a:gdLst>
                    <a:gd name="connsiteX0" fmla="*/ 0 w 192640"/>
                    <a:gd name="connsiteY0" fmla="*/ 6392581 h 6387957"/>
                    <a:gd name="connsiteX1" fmla="*/ 0 w 192640"/>
                    <a:gd name="connsiteY1" fmla="*/ 0 h 6387957"/>
                    <a:gd name="connsiteX2" fmla="*/ 198805 w 192640"/>
                    <a:gd name="connsiteY2" fmla="*/ 0 h 6387957"/>
                    <a:gd name="connsiteX3" fmla="*/ 198805 w 192640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2640" h="6387957">
                      <a:moveTo>
                        <a:pt x="0" y="6392581"/>
                      </a:moveTo>
                      <a:cubicBezTo>
                        <a:pt x="0" y="4261207"/>
                        <a:pt x="0" y="2131374"/>
                        <a:pt x="0" y="0"/>
                      </a:cubicBezTo>
                      <a:cubicBezTo>
                        <a:pt x="67039" y="0"/>
                        <a:pt x="131766" y="0"/>
                        <a:pt x="198805" y="0"/>
                      </a:cubicBezTo>
                      <a:cubicBezTo>
                        <a:pt x="198805" y="2130603"/>
                        <a:pt x="198805" y="4260437"/>
                        <a:pt x="19880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0" name="Freeform: Shape 9">
                  <a:extLst>
                    <a:ext uri="{FF2B5EF4-FFF2-40B4-BE49-F238E27FC236}">
                      <a16:creationId xmlns:a16="http://schemas.microsoft.com/office/drawing/2014/main" id="{3735ADE9-DFBC-40FF-A853-DDEAE403ED0E}"/>
                    </a:ext>
                  </a:extLst>
                </p:cNvPr>
                <p:cNvSpPr/>
                <p:nvPr/>
              </p:nvSpPr>
              <p:spPr>
                <a:xfrm>
                  <a:off x="4559765" y="2926994"/>
                  <a:ext cx="72212" cy="2394576"/>
                </a:xfrm>
                <a:custGeom>
                  <a:avLst/>
                  <a:gdLst>
                    <a:gd name="connsiteX0" fmla="*/ 0 w 192640"/>
                    <a:gd name="connsiteY0" fmla="*/ 6393351 h 6387957"/>
                    <a:gd name="connsiteX1" fmla="*/ 0 w 192640"/>
                    <a:gd name="connsiteY1" fmla="*/ 0 h 6387957"/>
                    <a:gd name="connsiteX2" fmla="*/ 198034 w 192640"/>
                    <a:gd name="connsiteY2" fmla="*/ 0 h 6387957"/>
                    <a:gd name="connsiteX3" fmla="*/ 198034 w 192640"/>
                    <a:gd name="connsiteY3" fmla="*/ 639335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2640" h="6387957">
                      <a:moveTo>
                        <a:pt x="0" y="6393351"/>
                      </a:moveTo>
                      <a:cubicBezTo>
                        <a:pt x="0" y="4261207"/>
                        <a:pt x="0" y="2132145"/>
                        <a:pt x="0" y="0"/>
                      </a:cubicBezTo>
                      <a:cubicBezTo>
                        <a:pt x="67039" y="0"/>
                        <a:pt x="131766" y="0"/>
                        <a:pt x="198034" y="0"/>
                      </a:cubicBezTo>
                      <a:cubicBezTo>
                        <a:pt x="198034" y="2132145"/>
                        <a:pt x="198034" y="4261207"/>
                        <a:pt x="198034" y="639335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1" name="Freeform: Shape 10">
                  <a:extLst>
                    <a:ext uri="{FF2B5EF4-FFF2-40B4-BE49-F238E27FC236}">
                      <a16:creationId xmlns:a16="http://schemas.microsoft.com/office/drawing/2014/main" id="{45B816DB-E16D-434D-9DDC-1E4BB22E411A}"/>
                    </a:ext>
                  </a:extLst>
                </p:cNvPr>
                <p:cNvSpPr/>
                <p:nvPr/>
              </p:nvSpPr>
              <p:spPr>
                <a:xfrm>
                  <a:off x="4433987" y="2926705"/>
                  <a:ext cx="37550" cy="2567886"/>
                </a:xfrm>
                <a:custGeom>
                  <a:avLst/>
                  <a:gdLst>
                    <a:gd name="connsiteX0" fmla="*/ 0 w 100173"/>
                    <a:gd name="connsiteY0" fmla="*/ 6854918 h 6850294"/>
                    <a:gd name="connsiteX1" fmla="*/ 0 w 100173"/>
                    <a:gd name="connsiteY1" fmla="*/ 0 h 6850294"/>
                    <a:gd name="connsiteX2" fmla="*/ 103255 w 100173"/>
                    <a:gd name="connsiteY2" fmla="*/ 0 h 6850294"/>
                    <a:gd name="connsiteX3" fmla="*/ 103255 w 100173"/>
                    <a:gd name="connsiteY3" fmla="*/ 6854918 h 68502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850294">
                      <a:moveTo>
                        <a:pt x="0" y="6854918"/>
                      </a:moveTo>
                      <a:cubicBezTo>
                        <a:pt x="0" y="4570202"/>
                        <a:pt x="0" y="2286257"/>
                        <a:pt x="0" y="0"/>
                      </a:cubicBezTo>
                      <a:cubicBezTo>
                        <a:pt x="34675" y="0"/>
                        <a:pt x="67809" y="0"/>
                        <a:pt x="103255" y="0"/>
                      </a:cubicBezTo>
                      <a:cubicBezTo>
                        <a:pt x="103255" y="2284716"/>
                        <a:pt x="103255" y="4567891"/>
                        <a:pt x="103255" y="6854918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2" name="Freeform: Shape 11">
                  <a:extLst>
                    <a:ext uri="{FF2B5EF4-FFF2-40B4-BE49-F238E27FC236}">
                      <a16:creationId xmlns:a16="http://schemas.microsoft.com/office/drawing/2014/main" id="{D5D6C9B3-F26D-4538-B939-0107B961839D}"/>
                    </a:ext>
                  </a:extLst>
                </p:cNvPr>
                <p:cNvSpPr/>
                <p:nvPr/>
              </p:nvSpPr>
              <p:spPr>
                <a:xfrm>
                  <a:off x="4366684" y="2927282"/>
                  <a:ext cx="37550" cy="2567886"/>
                </a:xfrm>
                <a:custGeom>
                  <a:avLst/>
                  <a:gdLst>
                    <a:gd name="connsiteX0" fmla="*/ 0 w 100173"/>
                    <a:gd name="connsiteY0" fmla="*/ 6854148 h 6850294"/>
                    <a:gd name="connsiteX1" fmla="*/ 0 w 100173"/>
                    <a:gd name="connsiteY1" fmla="*/ 0 h 6850294"/>
                    <a:gd name="connsiteX2" fmla="*/ 103255 w 100173"/>
                    <a:gd name="connsiteY2" fmla="*/ 0 h 6850294"/>
                    <a:gd name="connsiteX3" fmla="*/ 103255 w 100173"/>
                    <a:gd name="connsiteY3" fmla="*/ 6854918 h 68502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850294">
                      <a:moveTo>
                        <a:pt x="0" y="6854148"/>
                      </a:moveTo>
                      <a:cubicBezTo>
                        <a:pt x="0" y="4569432"/>
                        <a:pt x="0" y="2286257"/>
                        <a:pt x="0" y="0"/>
                      </a:cubicBezTo>
                      <a:cubicBezTo>
                        <a:pt x="33905" y="0"/>
                        <a:pt x="67809" y="0"/>
                        <a:pt x="103255" y="0"/>
                      </a:cubicBezTo>
                      <a:cubicBezTo>
                        <a:pt x="103255" y="2285486"/>
                        <a:pt x="103255" y="4568661"/>
                        <a:pt x="103255" y="6854918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3" name="Freeform: Shape 12">
                  <a:extLst>
                    <a:ext uri="{FF2B5EF4-FFF2-40B4-BE49-F238E27FC236}">
                      <a16:creationId xmlns:a16="http://schemas.microsoft.com/office/drawing/2014/main" id="{EC07D1C9-009A-483F-95D8-AE22DC2CD8D8}"/>
                    </a:ext>
                  </a:extLst>
                </p:cNvPr>
                <p:cNvSpPr/>
                <p:nvPr/>
              </p:nvSpPr>
              <p:spPr>
                <a:xfrm>
                  <a:off x="5957386" y="2926705"/>
                  <a:ext cx="37550" cy="2567886"/>
                </a:xfrm>
                <a:custGeom>
                  <a:avLst/>
                  <a:gdLst>
                    <a:gd name="connsiteX0" fmla="*/ 0 w 100173"/>
                    <a:gd name="connsiteY0" fmla="*/ 6854918 h 6850294"/>
                    <a:gd name="connsiteX1" fmla="*/ 0 w 100173"/>
                    <a:gd name="connsiteY1" fmla="*/ 0 h 6850294"/>
                    <a:gd name="connsiteX2" fmla="*/ 103255 w 100173"/>
                    <a:gd name="connsiteY2" fmla="*/ 0 h 6850294"/>
                    <a:gd name="connsiteX3" fmla="*/ 103255 w 100173"/>
                    <a:gd name="connsiteY3" fmla="*/ 6854918 h 68502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850294">
                      <a:moveTo>
                        <a:pt x="0" y="6854918"/>
                      </a:moveTo>
                      <a:cubicBezTo>
                        <a:pt x="0" y="4570202"/>
                        <a:pt x="0" y="2286257"/>
                        <a:pt x="0" y="0"/>
                      </a:cubicBezTo>
                      <a:cubicBezTo>
                        <a:pt x="34675" y="0"/>
                        <a:pt x="67809" y="0"/>
                        <a:pt x="103255" y="0"/>
                      </a:cubicBezTo>
                      <a:cubicBezTo>
                        <a:pt x="103255" y="2283945"/>
                        <a:pt x="103255" y="4567891"/>
                        <a:pt x="103255" y="6854918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4" name="Freeform: Shape 13">
                  <a:extLst>
                    <a:ext uri="{FF2B5EF4-FFF2-40B4-BE49-F238E27FC236}">
                      <a16:creationId xmlns:a16="http://schemas.microsoft.com/office/drawing/2014/main" id="{F54B353B-E09D-4957-842E-D8AD4D49A921}"/>
                    </a:ext>
                  </a:extLst>
                </p:cNvPr>
                <p:cNvSpPr/>
                <p:nvPr/>
              </p:nvSpPr>
              <p:spPr>
                <a:xfrm>
                  <a:off x="6024689" y="2926127"/>
                  <a:ext cx="37550" cy="2567886"/>
                </a:xfrm>
                <a:custGeom>
                  <a:avLst/>
                  <a:gdLst>
                    <a:gd name="connsiteX0" fmla="*/ 0 w 100173"/>
                    <a:gd name="connsiteY0" fmla="*/ 6857230 h 6850294"/>
                    <a:gd name="connsiteX1" fmla="*/ 0 w 100173"/>
                    <a:gd name="connsiteY1" fmla="*/ 0 h 6850294"/>
                    <a:gd name="connsiteX2" fmla="*/ 52398 w 100173"/>
                    <a:gd name="connsiteY2" fmla="*/ 0 h 6850294"/>
                    <a:gd name="connsiteX3" fmla="*/ 103255 w 100173"/>
                    <a:gd name="connsiteY3" fmla="*/ 0 h 6850294"/>
                    <a:gd name="connsiteX4" fmla="*/ 103255 w 100173"/>
                    <a:gd name="connsiteY4" fmla="*/ 6857230 h 68502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00173" h="6850294">
                      <a:moveTo>
                        <a:pt x="0" y="6857230"/>
                      </a:moveTo>
                      <a:cubicBezTo>
                        <a:pt x="0" y="4572514"/>
                        <a:pt x="0" y="2288569"/>
                        <a:pt x="0" y="0"/>
                      </a:cubicBezTo>
                      <a:cubicBezTo>
                        <a:pt x="17723" y="0"/>
                        <a:pt x="34675" y="0"/>
                        <a:pt x="52398" y="0"/>
                      </a:cubicBezTo>
                      <a:cubicBezTo>
                        <a:pt x="68580" y="0"/>
                        <a:pt x="84762" y="0"/>
                        <a:pt x="103255" y="0"/>
                      </a:cubicBezTo>
                      <a:cubicBezTo>
                        <a:pt x="103255" y="2287798"/>
                        <a:pt x="103255" y="4571743"/>
                        <a:pt x="103255" y="6857230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5" name="Freeform: Shape 14">
                  <a:extLst>
                    <a:ext uri="{FF2B5EF4-FFF2-40B4-BE49-F238E27FC236}">
                      <a16:creationId xmlns:a16="http://schemas.microsoft.com/office/drawing/2014/main" id="{C60F81BD-F891-48DF-8E0D-BDC05CBC7452}"/>
                    </a:ext>
                  </a:extLst>
                </p:cNvPr>
                <p:cNvSpPr/>
                <p:nvPr/>
              </p:nvSpPr>
              <p:spPr>
                <a:xfrm>
                  <a:off x="5890084" y="2926994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2581 h 6387957"/>
                    <a:gd name="connsiteX1" fmla="*/ 0 w 100173"/>
                    <a:gd name="connsiteY1" fmla="*/ 0 h 6387957"/>
                    <a:gd name="connsiteX2" fmla="*/ 101714 w 100173"/>
                    <a:gd name="connsiteY2" fmla="*/ 0 h 6387957"/>
                    <a:gd name="connsiteX3" fmla="*/ 101714 w 10017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2581"/>
                      </a:moveTo>
                      <a:cubicBezTo>
                        <a:pt x="0" y="4262748"/>
                        <a:pt x="0" y="2132145"/>
                        <a:pt x="0" y="0"/>
                      </a:cubicBezTo>
                      <a:cubicBezTo>
                        <a:pt x="33904" y="0"/>
                        <a:pt x="67039" y="0"/>
                        <a:pt x="101714" y="0"/>
                      </a:cubicBezTo>
                      <a:cubicBezTo>
                        <a:pt x="101714" y="2130603"/>
                        <a:pt x="101714" y="4260437"/>
                        <a:pt x="101714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6" name="Freeform: Shape 15">
                  <a:extLst>
                    <a:ext uri="{FF2B5EF4-FFF2-40B4-BE49-F238E27FC236}">
                      <a16:creationId xmlns:a16="http://schemas.microsoft.com/office/drawing/2014/main" id="{09F9B5B4-A975-4BC1-A4E4-F4869117A798}"/>
                    </a:ext>
                  </a:extLst>
                </p:cNvPr>
                <p:cNvSpPr/>
                <p:nvPr/>
              </p:nvSpPr>
              <p:spPr>
                <a:xfrm>
                  <a:off x="6091991" y="2926994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335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335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3351"/>
                      </a:moveTo>
                      <a:cubicBezTo>
                        <a:pt x="0" y="4261978"/>
                        <a:pt x="0" y="2132915"/>
                        <a:pt x="0" y="0"/>
                      </a:cubicBezTo>
                      <a:cubicBezTo>
                        <a:pt x="34675" y="0"/>
                        <a:pt x="67809" y="0"/>
                        <a:pt x="103255" y="0"/>
                      </a:cubicBezTo>
                      <a:cubicBezTo>
                        <a:pt x="103255" y="2131374"/>
                        <a:pt x="103255" y="4261207"/>
                        <a:pt x="103255" y="639335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7" name="Freeform: Shape 16">
                  <a:extLst>
                    <a:ext uri="{FF2B5EF4-FFF2-40B4-BE49-F238E27FC236}">
                      <a16:creationId xmlns:a16="http://schemas.microsoft.com/office/drawing/2014/main" id="{F0F04A50-70C0-4152-B892-712F604BB364}"/>
                    </a:ext>
                  </a:extLst>
                </p:cNvPr>
                <p:cNvSpPr/>
                <p:nvPr/>
              </p:nvSpPr>
              <p:spPr>
                <a:xfrm>
                  <a:off x="7139759" y="2926994"/>
                  <a:ext cx="109764" cy="2394576"/>
                </a:xfrm>
                <a:custGeom>
                  <a:avLst/>
                  <a:gdLst>
                    <a:gd name="connsiteX0" fmla="*/ 0 w 292813"/>
                    <a:gd name="connsiteY0" fmla="*/ 6393351 h 6387957"/>
                    <a:gd name="connsiteX1" fmla="*/ 0 w 292813"/>
                    <a:gd name="connsiteY1" fmla="*/ 0 h 6387957"/>
                    <a:gd name="connsiteX2" fmla="*/ 295125 w 292813"/>
                    <a:gd name="connsiteY2" fmla="*/ 0 h 6387957"/>
                    <a:gd name="connsiteX3" fmla="*/ 295125 w 292813"/>
                    <a:gd name="connsiteY3" fmla="*/ 639335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92813" h="6387957">
                      <a:moveTo>
                        <a:pt x="0" y="6393351"/>
                      </a:moveTo>
                      <a:cubicBezTo>
                        <a:pt x="0" y="4261207"/>
                        <a:pt x="0" y="2131374"/>
                        <a:pt x="0" y="0"/>
                      </a:cubicBezTo>
                      <a:cubicBezTo>
                        <a:pt x="99403" y="0"/>
                        <a:pt x="196493" y="0"/>
                        <a:pt x="295125" y="0"/>
                      </a:cubicBezTo>
                      <a:cubicBezTo>
                        <a:pt x="295125" y="2132145"/>
                        <a:pt x="295125" y="4261207"/>
                        <a:pt x="295125" y="639335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8" name="Freeform: Shape 17">
                  <a:extLst>
                    <a:ext uri="{FF2B5EF4-FFF2-40B4-BE49-F238E27FC236}">
                      <a16:creationId xmlns:a16="http://schemas.microsoft.com/office/drawing/2014/main" id="{71D9C88D-AEA2-48F6-AF2B-D383D97E3535}"/>
                    </a:ext>
                  </a:extLst>
                </p:cNvPr>
                <p:cNvSpPr/>
                <p:nvPr/>
              </p:nvSpPr>
              <p:spPr>
                <a:xfrm>
                  <a:off x="7280788" y="2926994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258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2581"/>
                      </a:moveTo>
                      <a:cubicBezTo>
                        <a:pt x="0" y="4261207"/>
                        <a:pt x="0" y="2131374"/>
                        <a:pt x="0" y="0"/>
                      </a:cubicBezTo>
                      <a:cubicBezTo>
                        <a:pt x="34675" y="0"/>
                        <a:pt x="67809" y="0"/>
                        <a:pt x="103255" y="0"/>
                      </a:cubicBezTo>
                      <a:cubicBezTo>
                        <a:pt x="103255" y="2130603"/>
                        <a:pt x="103255" y="4260437"/>
                        <a:pt x="10325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9" name="Freeform: Shape 18">
                  <a:extLst>
                    <a:ext uri="{FF2B5EF4-FFF2-40B4-BE49-F238E27FC236}">
                      <a16:creationId xmlns:a16="http://schemas.microsoft.com/office/drawing/2014/main" id="{AB8EEA47-0851-4500-8CE0-169E98978C2E}"/>
                    </a:ext>
                  </a:extLst>
                </p:cNvPr>
                <p:cNvSpPr/>
                <p:nvPr/>
              </p:nvSpPr>
              <p:spPr>
                <a:xfrm>
                  <a:off x="7349773" y="2926994"/>
                  <a:ext cx="109764" cy="2394576"/>
                </a:xfrm>
                <a:custGeom>
                  <a:avLst/>
                  <a:gdLst>
                    <a:gd name="connsiteX0" fmla="*/ 0 w 292813"/>
                    <a:gd name="connsiteY0" fmla="*/ 6393351 h 6387957"/>
                    <a:gd name="connsiteX1" fmla="*/ 0 w 292813"/>
                    <a:gd name="connsiteY1" fmla="*/ 0 h 6387957"/>
                    <a:gd name="connsiteX2" fmla="*/ 295125 w 292813"/>
                    <a:gd name="connsiteY2" fmla="*/ 0 h 6387957"/>
                    <a:gd name="connsiteX3" fmla="*/ 295125 w 292813"/>
                    <a:gd name="connsiteY3" fmla="*/ 639335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92813" h="6387957">
                      <a:moveTo>
                        <a:pt x="0" y="6393351"/>
                      </a:moveTo>
                      <a:cubicBezTo>
                        <a:pt x="0" y="4261207"/>
                        <a:pt x="0" y="2132145"/>
                        <a:pt x="0" y="0"/>
                      </a:cubicBezTo>
                      <a:cubicBezTo>
                        <a:pt x="99402" y="0"/>
                        <a:pt x="195722" y="0"/>
                        <a:pt x="295125" y="0"/>
                      </a:cubicBezTo>
                      <a:cubicBezTo>
                        <a:pt x="295125" y="2132145"/>
                        <a:pt x="295125" y="4261207"/>
                        <a:pt x="295125" y="639335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20" name="Freeform: Shape 19">
                  <a:extLst>
                    <a:ext uri="{FF2B5EF4-FFF2-40B4-BE49-F238E27FC236}">
                      <a16:creationId xmlns:a16="http://schemas.microsoft.com/office/drawing/2014/main" id="{99CB024E-C751-4D3B-A1FC-DB08068B1DB8}"/>
                    </a:ext>
                  </a:extLst>
                </p:cNvPr>
                <p:cNvSpPr/>
                <p:nvPr/>
              </p:nvSpPr>
              <p:spPr>
                <a:xfrm>
                  <a:off x="7548511" y="2927282"/>
                  <a:ext cx="41911" cy="2569908"/>
                </a:xfrm>
                <a:custGeom>
                  <a:avLst/>
                  <a:gdLst>
                    <a:gd name="connsiteX0" fmla="*/ 0 w 115584"/>
                    <a:gd name="connsiteY0" fmla="*/ 6753975 h 6850294"/>
                    <a:gd name="connsiteX1" fmla="*/ 13099 w 115584"/>
                    <a:gd name="connsiteY1" fmla="*/ 0 h 6850294"/>
                    <a:gd name="connsiteX2" fmla="*/ 118666 w 115584"/>
                    <a:gd name="connsiteY2" fmla="*/ 0 h 6850294"/>
                    <a:gd name="connsiteX3" fmla="*/ 118666 w 115584"/>
                    <a:gd name="connsiteY3" fmla="*/ 6855688 h 6850294"/>
                    <a:gd name="connsiteX0" fmla="*/ 0 w 111805"/>
                    <a:gd name="connsiteY0" fmla="*/ 6836322 h 6855688"/>
                    <a:gd name="connsiteX1" fmla="*/ 6237 w 111805"/>
                    <a:gd name="connsiteY1" fmla="*/ 0 h 6855688"/>
                    <a:gd name="connsiteX2" fmla="*/ 111804 w 111805"/>
                    <a:gd name="connsiteY2" fmla="*/ 0 h 6855688"/>
                    <a:gd name="connsiteX3" fmla="*/ 111804 w 111805"/>
                    <a:gd name="connsiteY3" fmla="*/ 6855688 h 6855688"/>
                    <a:gd name="connsiteX0" fmla="*/ 0 w 111804"/>
                    <a:gd name="connsiteY0" fmla="*/ 6853478 h 6855688"/>
                    <a:gd name="connsiteX1" fmla="*/ 6237 w 111804"/>
                    <a:gd name="connsiteY1" fmla="*/ 0 h 6855688"/>
                    <a:gd name="connsiteX2" fmla="*/ 111804 w 111804"/>
                    <a:gd name="connsiteY2" fmla="*/ 0 h 6855688"/>
                    <a:gd name="connsiteX3" fmla="*/ 111804 w 111804"/>
                    <a:gd name="connsiteY3" fmla="*/ 6855688 h 68556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11804" h="6855688">
                      <a:moveTo>
                        <a:pt x="0" y="6853478"/>
                      </a:moveTo>
                      <a:cubicBezTo>
                        <a:pt x="14640" y="4603437"/>
                        <a:pt x="3155" y="2253123"/>
                        <a:pt x="6237" y="0"/>
                      </a:cubicBezTo>
                      <a:lnTo>
                        <a:pt x="111804" y="0"/>
                      </a:lnTo>
                      <a:lnTo>
                        <a:pt x="111804" y="6855688"/>
                      </a:ln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21" name="Freeform: Shape 20">
                  <a:extLst>
                    <a:ext uri="{FF2B5EF4-FFF2-40B4-BE49-F238E27FC236}">
                      <a16:creationId xmlns:a16="http://schemas.microsoft.com/office/drawing/2014/main" id="{1BDA8D11-4AAC-43CC-B408-A388F56971AF}"/>
                    </a:ext>
                  </a:extLst>
                </p:cNvPr>
                <p:cNvSpPr/>
                <p:nvPr/>
              </p:nvSpPr>
              <p:spPr>
                <a:xfrm>
                  <a:off x="7485249" y="2926994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258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2581"/>
                      </a:moveTo>
                      <a:cubicBezTo>
                        <a:pt x="0" y="4261207"/>
                        <a:pt x="0" y="2131374"/>
                        <a:pt x="0" y="0"/>
                      </a:cubicBezTo>
                      <a:cubicBezTo>
                        <a:pt x="34675" y="0"/>
                        <a:pt x="67809" y="0"/>
                        <a:pt x="103255" y="0"/>
                      </a:cubicBezTo>
                      <a:cubicBezTo>
                        <a:pt x="103255" y="2130603"/>
                        <a:pt x="103255" y="4260437"/>
                        <a:pt x="10325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22" name="Freeform: Shape 21">
                  <a:extLst>
                    <a:ext uri="{FF2B5EF4-FFF2-40B4-BE49-F238E27FC236}">
                      <a16:creationId xmlns:a16="http://schemas.microsoft.com/office/drawing/2014/main" id="{3EE00667-7B8F-4892-BF72-8EA3745153E0}"/>
                    </a:ext>
                  </a:extLst>
                </p:cNvPr>
                <p:cNvSpPr/>
                <p:nvPr/>
              </p:nvSpPr>
              <p:spPr>
                <a:xfrm>
                  <a:off x="7616134" y="2926994"/>
                  <a:ext cx="28885" cy="2567886"/>
                </a:xfrm>
                <a:custGeom>
                  <a:avLst/>
                  <a:gdLst>
                    <a:gd name="connsiteX0" fmla="*/ 0 w 77056"/>
                    <a:gd name="connsiteY0" fmla="*/ 6854918 h 6850294"/>
                    <a:gd name="connsiteX1" fmla="*/ 0 w 77056"/>
                    <a:gd name="connsiteY1" fmla="*/ 0 h 6850294"/>
                    <a:gd name="connsiteX2" fmla="*/ 78597 w 77056"/>
                    <a:gd name="connsiteY2" fmla="*/ 0 h 6850294"/>
                    <a:gd name="connsiteX3" fmla="*/ 78597 w 77056"/>
                    <a:gd name="connsiteY3" fmla="*/ 6854918 h 68502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7056" h="6850294">
                      <a:moveTo>
                        <a:pt x="0" y="6854918"/>
                      </a:moveTo>
                      <a:cubicBezTo>
                        <a:pt x="0" y="4570202"/>
                        <a:pt x="0" y="2286257"/>
                        <a:pt x="0" y="0"/>
                      </a:cubicBezTo>
                      <a:cubicBezTo>
                        <a:pt x="25428" y="0"/>
                        <a:pt x="50087" y="0"/>
                        <a:pt x="78597" y="0"/>
                      </a:cubicBezTo>
                      <a:cubicBezTo>
                        <a:pt x="78597" y="2283175"/>
                        <a:pt x="78597" y="4566350"/>
                        <a:pt x="78597" y="6854918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23" name="Freeform: Shape 22">
                  <a:extLst>
                    <a:ext uri="{FF2B5EF4-FFF2-40B4-BE49-F238E27FC236}">
                      <a16:creationId xmlns:a16="http://schemas.microsoft.com/office/drawing/2014/main" id="{902A81A6-28D8-4522-B490-B37A255B8416}"/>
                    </a:ext>
                  </a:extLst>
                </p:cNvPr>
                <p:cNvSpPr/>
                <p:nvPr/>
              </p:nvSpPr>
              <p:spPr>
                <a:xfrm>
                  <a:off x="6838507" y="2926994"/>
                  <a:ext cx="109764" cy="2394576"/>
                </a:xfrm>
                <a:custGeom>
                  <a:avLst/>
                  <a:gdLst>
                    <a:gd name="connsiteX0" fmla="*/ 0 w 292813"/>
                    <a:gd name="connsiteY0" fmla="*/ 6393351 h 6387957"/>
                    <a:gd name="connsiteX1" fmla="*/ 0 w 292813"/>
                    <a:gd name="connsiteY1" fmla="*/ 0 h 6387957"/>
                    <a:gd name="connsiteX2" fmla="*/ 295125 w 292813"/>
                    <a:gd name="connsiteY2" fmla="*/ 0 h 6387957"/>
                    <a:gd name="connsiteX3" fmla="*/ 295125 w 292813"/>
                    <a:gd name="connsiteY3" fmla="*/ 639335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92813" h="6387957">
                      <a:moveTo>
                        <a:pt x="0" y="6393351"/>
                      </a:moveTo>
                      <a:cubicBezTo>
                        <a:pt x="0" y="4261207"/>
                        <a:pt x="0" y="2131374"/>
                        <a:pt x="0" y="0"/>
                      </a:cubicBezTo>
                      <a:cubicBezTo>
                        <a:pt x="99403" y="0"/>
                        <a:pt x="196493" y="0"/>
                        <a:pt x="295125" y="0"/>
                      </a:cubicBezTo>
                      <a:cubicBezTo>
                        <a:pt x="295125" y="2132145"/>
                        <a:pt x="295125" y="4261207"/>
                        <a:pt x="295125" y="639335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24" name="Freeform: Shape 23">
                  <a:extLst>
                    <a:ext uri="{FF2B5EF4-FFF2-40B4-BE49-F238E27FC236}">
                      <a16:creationId xmlns:a16="http://schemas.microsoft.com/office/drawing/2014/main" id="{2A569EB6-2490-40DF-9A4A-639E65D35F5C}"/>
                    </a:ext>
                  </a:extLst>
                </p:cNvPr>
                <p:cNvSpPr/>
                <p:nvPr/>
              </p:nvSpPr>
              <p:spPr>
                <a:xfrm>
                  <a:off x="6980994" y="2927282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258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2581"/>
                      </a:moveTo>
                      <a:cubicBezTo>
                        <a:pt x="0" y="4261978"/>
                        <a:pt x="0" y="2132145"/>
                        <a:pt x="0" y="0"/>
                      </a:cubicBezTo>
                      <a:cubicBezTo>
                        <a:pt x="33904" y="0"/>
                        <a:pt x="67809" y="0"/>
                        <a:pt x="103255" y="0"/>
                      </a:cubicBezTo>
                      <a:cubicBezTo>
                        <a:pt x="103255" y="2130603"/>
                        <a:pt x="103255" y="4258895"/>
                        <a:pt x="10325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25" name="Freeform: Shape 24">
                  <a:extLst>
                    <a:ext uri="{FF2B5EF4-FFF2-40B4-BE49-F238E27FC236}">
                      <a16:creationId xmlns:a16="http://schemas.microsoft.com/office/drawing/2014/main" id="{7DC04B7B-FFF7-4CAC-BF2B-7AF98E950FE2}"/>
                    </a:ext>
                  </a:extLst>
                </p:cNvPr>
                <p:cNvSpPr/>
                <p:nvPr/>
              </p:nvSpPr>
              <p:spPr>
                <a:xfrm>
                  <a:off x="7065051" y="2926994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258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2581"/>
                      </a:moveTo>
                      <a:cubicBezTo>
                        <a:pt x="0" y="4261978"/>
                        <a:pt x="0" y="2132145"/>
                        <a:pt x="0" y="0"/>
                      </a:cubicBezTo>
                      <a:cubicBezTo>
                        <a:pt x="33904" y="0"/>
                        <a:pt x="67809" y="0"/>
                        <a:pt x="103255" y="0"/>
                      </a:cubicBezTo>
                      <a:cubicBezTo>
                        <a:pt x="103255" y="2130603"/>
                        <a:pt x="103255" y="4258895"/>
                        <a:pt x="10325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26" name="Freeform: Shape 25">
                  <a:extLst>
                    <a:ext uri="{FF2B5EF4-FFF2-40B4-BE49-F238E27FC236}">
                      <a16:creationId xmlns:a16="http://schemas.microsoft.com/office/drawing/2014/main" id="{99FD279C-9B71-46A5-9519-57C2FDE43882}"/>
                    </a:ext>
                  </a:extLst>
                </p:cNvPr>
                <p:cNvSpPr/>
                <p:nvPr/>
              </p:nvSpPr>
              <p:spPr>
                <a:xfrm>
                  <a:off x="6754449" y="2926127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258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2581"/>
                      </a:moveTo>
                      <a:cubicBezTo>
                        <a:pt x="0" y="4261978"/>
                        <a:pt x="0" y="2132145"/>
                        <a:pt x="0" y="0"/>
                      </a:cubicBezTo>
                      <a:cubicBezTo>
                        <a:pt x="33905" y="0"/>
                        <a:pt x="67810" y="0"/>
                        <a:pt x="103255" y="0"/>
                      </a:cubicBezTo>
                      <a:cubicBezTo>
                        <a:pt x="103255" y="2131374"/>
                        <a:pt x="103255" y="4260436"/>
                        <a:pt x="10325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27" name="Freeform: Shape 26">
                  <a:extLst>
                    <a:ext uri="{FF2B5EF4-FFF2-40B4-BE49-F238E27FC236}">
                      <a16:creationId xmlns:a16="http://schemas.microsoft.com/office/drawing/2014/main" id="{E77F362F-1E3A-429A-8A7A-092562BB2825}"/>
                    </a:ext>
                  </a:extLst>
                </p:cNvPr>
                <p:cNvSpPr/>
                <p:nvPr/>
              </p:nvSpPr>
              <p:spPr>
                <a:xfrm>
                  <a:off x="6334914" y="2927282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335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335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3351"/>
                      </a:moveTo>
                      <a:cubicBezTo>
                        <a:pt x="0" y="4262748"/>
                        <a:pt x="0" y="2132915"/>
                        <a:pt x="0" y="0"/>
                      </a:cubicBezTo>
                      <a:cubicBezTo>
                        <a:pt x="33904" y="0"/>
                        <a:pt x="67809" y="0"/>
                        <a:pt x="103255" y="0"/>
                      </a:cubicBezTo>
                      <a:cubicBezTo>
                        <a:pt x="103255" y="2131374"/>
                        <a:pt x="103255" y="4260436"/>
                        <a:pt x="103255" y="639335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28" name="Freeform: Shape 27">
                  <a:extLst>
                    <a:ext uri="{FF2B5EF4-FFF2-40B4-BE49-F238E27FC236}">
                      <a16:creationId xmlns:a16="http://schemas.microsoft.com/office/drawing/2014/main" id="{BA25F615-E11E-4379-BA54-9819ACDC6FD8}"/>
                    </a:ext>
                  </a:extLst>
                </p:cNvPr>
                <p:cNvSpPr/>
                <p:nvPr/>
              </p:nvSpPr>
              <p:spPr>
                <a:xfrm>
                  <a:off x="6159871" y="2926127"/>
                  <a:ext cx="37550" cy="2397464"/>
                </a:xfrm>
                <a:custGeom>
                  <a:avLst/>
                  <a:gdLst>
                    <a:gd name="connsiteX0" fmla="*/ 0 w 100173"/>
                    <a:gd name="connsiteY0" fmla="*/ 6395663 h 6395662"/>
                    <a:gd name="connsiteX1" fmla="*/ 0 w 100173"/>
                    <a:gd name="connsiteY1" fmla="*/ 0 h 6395662"/>
                    <a:gd name="connsiteX2" fmla="*/ 52398 w 100173"/>
                    <a:gd name="connsiteY2" fmla="*/ 0 h 6395662"/>
                    <a:gd name="connsiteX3" fmla="*/ 103255 w 100173"/>
                    <a:gd name="connsiteY3" fmla="*/ 0 h 6395662"/>
                    <a:gd name="connsiteX4" fmla="*/ 103255 w 100173"/>
                    <a:gd name="connsiteY4" fmla="*/ 6395663 h 63956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00173" h="6395662">
                      <a:moveTo>
                        <a:pt x="0" y="6395663"/>
                      </a:moveTo>
                      <a:cubicBezTo>
                        <a:pt x="0" y="4265060"/>
                        <a:pt x="0" y="2135227"/>
                        <a:pt x="0" y="0"/>
                      </a:cubicBezTo>
                      <a:cubicBezTo>
                        <a:pt x="17723" y="0"/>
                        <a:pt x="34675" y="0"/>
                        <a:pt x="52398" y="0"/>
                      </a:cubicBezTo>
                      <a:cubicBezTo>
                        <a:pt x="68580" y="0"/>
                        <a:pt x="84762" y="0"/>
                        <a:pt x="103255" y="0"/>
                      </a:cubicBezTo>
                      <a:cubicBezTo>
                        <a:pt x="103255" y="2132915"/>
                        <a:pt x="103255" y="4261977"/>
                        <a:pt x="103255" y="6395663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29" name="Freeform: Shape 28">
                  <a:extLst>
                    <a:ext uri="{FF2B5EF4-FFF2-40B4-BE49-F238E27FC236}">
                      <a16:creationId xmlns:a16="http://schemas.microsoft.com/office/drawing/2014/main" id="{43767ECE-21FE-4B4C-89B1-0E19BEADDA56}"/>
                    </a:ext>
                  </a:extLst>
                </p:cNvPr>
                <p:cNvSpPr/>
                <p:nvPr/>
              </p:nvSpPr>
              <p:spPr>
                <a:xfrm>
                  <a:off x="6231712" y="2926127"/>
                  <a:ext cx="72212" cy="2394576"/>
                </a:xfrm>
                <a:custGeom>
                  <a:avLst/>
                  <a:gdLst>
                    <a:gd name="connsiteX0" fmla="*/ 0 w 192640"/>
                    <a:gd name="connsiteY0" fmla="*/ 6392581 h 6387957"/>
                    <a:gd name="connsiteX1" fmla="*/ 0 w 192640"/>
                    <a:gd name="connsiteY1" fmla="*/ 0 h 6387957"/>
                    <a:gd name="connsiteX2" fmla="*/ 198805 w 192640"/>
                    <a:gd name="connsiteY2" fmla="*/ 0 h 6387957"/>
                    <a:gd name="connsiteX3" fmla="*/ 198805 w 192640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2640" h="6387957">
                      <a:moveTo>
                        <a:pt x="0" y="6392581"/>
                      </a:moveTo>
                      <a:cubicBezTo>
                        <a:pt x="0" y="4261207"/>
                        <a:pt x="0" y="2132145"/>
                        <a:pt x="0" y="0"/>
                      </a:cubicBezTo>
                      <a:cubicBezTo>
                        <a:pt x="66268" y="0"/>
                        <a:pt x="131766" y="0"/>
                        <a:pt x="198805" y="0"/>
                      </a:cubicBezTo>
                      <a:cubicBezTo>
                        <a:pt x="198805" y="2131374"/>
                        <a:pt x="198805" y="4261207"/>
                        <a:pt x="19880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30" name="Freeform: Shape 29">
                  <a:extLst>
                    <a:ext uri="{FF2B5EF4-FFF2-40B4-BE49-F238E27FC236}">
                      <a16:creationId xmlns:a16="http://schemas.microsoft.com/office/drawing/2014/main" id="{E117A468-C0B3-46FD-8EC1-6AE134264BA0}"/>
                    </a:ext>
                  </a:extLst>
                </p:cNvPr>
                <p:cNvSpPr/>
                <p:nvPr/>
              </p:nvSpPr>
              <p:spPr>
                <a:xfrm>
                  <a:off x="6598401" y="2927282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258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2581"/>
                      </a:moveTo>
                      <a:cubicBezTo>
                        <a:pt x="0" y="4261207"/>
                        <a:pt x="0" y="2131374"/>
                        <a:pt x="0" y="0"/>
                      </a:cubicBezTo>
                      <a:cubicBezTo>
                        <a:pt x="34675" y="0"/>
                        <a:pt x="67809" y="0"/>
                        <a:pt x="103255" y="0"/>
                      </a:cubicBezTo>
                      <a:cubicBezTo>
                        <a:pt x="103255" y="2130603"/>
                        <a:pt x="103255" y="4260437"/>
                        <a:pt x="10325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31" name="Freeform: Shape 30">
                  <a:extLst>
                    <a:ext uri="{FF2B5EF4-FFF2-40B4-BE49-F238E27FC236}">
                      <a16:creationId xmlns:a16="http://schemas.microsoft.com/office/drawing/2014/main" id="{939B7FCC-CDDF-4A11-A2F1-C8F70FF2EEB4}"/>
                    </a:ext>
                  </a:extLst>
                </p:cNvPr>
                <p:cNvSpPr/>
                <p:nvPr/>
              </p:nvSpPr>
              <p:spPr>
                <a:xfrm>
                  <a:off x="6680669" y="2927282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258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2581"/>
                      </a:moveTo>
                      <a:cubicBezTo>
                        <a:pt x="0" y="4261978"/>
                        <a:pt x="0" y="2132145"/>
                        <a:pt x="0" y="0"/>
                      </a:cubicBezTo>
                      <a:cubicBezTo>
                        <a:pt x="33905" y="0"/>
                        <a:pt x="67810" y="0"/>
                        <a:pt x="103255" y="0"/>
                      </a:cubicBezTo>
                      <a:cubicBezTo>
                        <a:pt x="103255" y="2131374"/>
                        <a:pt x="103255" y="4260436"/>
                        <a:pt x="10325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32" name="Freeform: Shape 31">
                  <a:extLst>
                    <a:ext uri="{FF2B5EF4-FFF2-40B4-BE49-F238E27FC236}">
                      <a16:creationId xmlns:a16="http://schemas.microsoft.com/office/drawing/2014/main" id="{79A45683-A3FC-4243-9523-B723BBD003A1}"/>
                    </a:ext>
                  </a:extLst>
                </p:cNvPr>
                <p:cNvSpPr/>
                <p:nvPr/>
              </p:nvSpPr>
              <p:spPr>
                <a:xfrm>
                  <a:off x="6516134" y="2927282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181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181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1811"/>
                      </a:moveTo>
                      <a:cubicBezTo>
                        <a:pt x="0" y="4261978"/>
                        <a:pt x="0" y="2132145"/>
                        <a:pt x="0" y="0"/>
                      </a:cubicBezTo>
                      <a:cubicBezTo>
                        <a:pt x="33134" y="0"/>
                        <a:pt x="67039" y="0"/>
                        <a:pt x="103255" y="0"/>
                      </a:cubicBezTo>
                      <a:cubicBezTo>
                        <a:pt x="103255" y="2130603"/>
                        <a:pt x="103255" y="4260436"/>
                        <a:pt x="103255" y="639181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33" name="Freeform: Shape 32">
                  <a:extLst>
                    <a:ext uri="{FF2B5EF4-FFF2-40B4-BE49-F238E27FC236}">
                      <a16:creationId xmlns:a16="http://schemas.microsoft.com/office/drawing/2014/main" id="{B40B3F0D-8DF8-4702-99BD-23B1475CD452}"/>
                    </a:ext>
                  </a:extLst>
                </p:cNvPr>
                <p:cNvSpPr/>
                <p:nvPr/>
              </p:nvSpPr>
              <p:spPr>
                <a:xfrm>
                  <a:off x="6399205" y="2927282"/>
                  <a:ext cx="72212" cy="2394576"/>
                </a:xfrm>
                <a:custGeom>
                  <a:avLst/>
                  <a:gdLst>
                    <a:gd name="connsiteX0" fmla="*/ 0 w 192640"/>
                    <a:gd name="connsiteY0" fmla="*/ 6392581 h 6387957"/>
                    <a:gd name="connsiteX1" fmla="*/ 0 w 192640"/>
                    <a:gd name="connsiteY1" fmla="*/ 0 h 6387957"/>
                    <a:gd name="connsiteX2" fmla="*/ 198805 w 192640"/>
                    <a:gd name="connsiteY2" fmla="*/ 0 h 6387957"/>
                    <a:gd name="connsiteX3" fmla="*/ 198805 w 192640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2640" h="6387957">
                      <a:moveTo>
                        <a:pt x="0" y="6392581"/>
                      </a:moveTo>
                      <a:cubicBezTo>
                        <a:pt x="0" y="4261207"/>
                        <a:pt x="0" y="2132145"/>
                        <a:pt x="0" y="0"/>
                      </a:cubicBezTo>
                      <a:cubicBezTo>
                        <a:pt x="66268" y="0"/>
                        <a:pt x="131766" y="0"/>
                        <a:pt x="198805" y="0"/>
                      </a:cubicBezTo>
                      <a:cubicBezTo>
                        <a:pt x="198805" y="2131374"/>
                        <a:pt x="198805" y="4261207"/>
                        <a:pt x="19880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34" name="Freeform: Shape 33">
                  <a:extLst>
                    <a:ext uri="{FF2B5EF4-FFF2-40B4-BE49-F238E27FC236}">
                      <a16:creationId xmlns:a16="http://schemas.microsoft.com/office/drawing/2014/main" id="{0B972A39-D5F1-4DBE-B2F6-AA9010526F16}"/>
                    </a:ext>
                  </a:extLst>
                </p:cNvPr>
                <p:cNvSpPr/>
                <p:nvPr/>
              </p:nvSpPr>
              <p:spPr>
                <a:xfrm>
                  <a:off x="5237391" y="2926127"/>
                  <a:ext cx="144425" cy="2394576"/>
                </a:xfrm>
                <a:custGeom>
                  <a:avLst/>
                  <a:gdLst>
                    <a:gd name="connsiteX0" fmla="*/ 0 w 385280"/>
                    <a:gd name="connsiteY0" fmla="*/ 6393351 h 6387957"/>
                    <a:gd name="connsiteX1" fmla="*/ 0 w 385280"/>
                    <a:gd name="connsiteY1" fmla="*/ 0 h 6387957"/>
                    <a:gd name="connsiteX2" fmla="*/ 387593 w 385280"/>
                    <a:gd name="connsiteY2" fmla="*/ 0 h 6387957"/>
                    <a:gd name="connsiteX3" fmla="*/ 387593 w 385280"/>
                    <a:gd name="connsiteY3" fmla="*/ 639335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85280" h="6387957">
                      <a:moveTo>
                        <a:pt x="0" y="6393351"/>
                      </a:moveTo>
                      <a:cubicBezTo>
                        <a:pt x="0" y="4262748"/>
                        <a:pt x="0" y="2132145"/>
                        <a:pt x="0" y="0"/>
                      </a:cubicBezTo>
                      <a:cubicBezTo>
                        <a:pt x="128684" y="0"/>
                        <a:pt x="256597" y="0"/>
                        <a:pt x="387593" y="0"/>
                      </a:cubicBezTo>
                      <a:cubicBezTo>
                        <a:pt x="387593" y="2130603"/>
                        <a:pt x="387593" y="4261207"/>
                        <a:pt x="387593" y="639335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35" name="Freeform: Shape 34">
                  <a:extLst>
                    <a:ext uri="{FF2B5EF4-FFF2-40B4-BE49-F238E27FC236}">
                      <a16:creationId xmlns:a16="http://schemas.microsoft.com/office/drawing/2014/main" id="{C6F21A28-C5C3-423E-816C-EFF154B420AF}"/>
                    </a:ext>
                  </a:extLst>
                </p:cNvPr>
                <p:cNvSpPr/>
                <p:nvPr/>
              </p:nvSpPr>
              <p:spPr>
                <a:xfrm>
                  <a:off x="5123269" y="2926994"/>
                  <a:ext cx="72212" cy="2394576"/>
                </a:xfrm>
                <a:custGeom>
                  <a:avLst/>
                  <a:gdLst>
                    <a:gd name="connsiteX0" fmla="*/ 0 w 192640"/>
                    <a:gd name="connsiteY0" fmla="*/ 6392581 h 6387957"/>
                    <a:gd name="connsiteX1" fmla="*/ 0 w 192640"/>
                    <a:gd name="connsiteY1" fmla="*/ 0 h 6387957"/>
                    <a:gd name="connsiteX2" fmla="*/ 198805 w 192640"/>
                    <a:gd name="connsiteY2" fmla="*/ 0 h 6387957"/>
                    <a:gd name="connsiteX3" fmla="*/ 198805 w 192640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2640" h="6387957">
                      <a:moveTo>
                        <a:pt x="0" y="6392581"/>
                      </a:moveTo>
                      <a:cubicBezTo>
                        <a:pt x="0" y="4261207"/>
                        <a:pt x="0" y="2132145"/>
                        <a:pt x="0" y="0"/>
                      </a:cubicBezTo>
                      <a:cubicBezTo>
                        <a:pt x="67039" y="0"/>
                        <a:pt x="131766" y="0"/>
                        <a:pt x="198805" y="0"/>
                      </a:cubicBezTo>
                      <a:cubicBezTo>
                        <a:pt x="198805" y="2130603"/>
                        <a:pt x="198805" y="4259666"/>
                        <a:pt x="19880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36" name="Freeform: Shape 35">
                  <a:extLst>
                    <a:ext uri="{FF2B5EF4-FFF2-40B4-BE49-F238E27FC236}">
                      <a16:creationId xmlns:a16="http://schemas.microsoft.com/office/drawing/2014/main" id="{CD2D5180-3504-4AF5-A04B-07F487071B22}"/>
                    </a:ext>
                  </a:extLst>
                </p:cNvPr>
                <p:cNvSpPr/>
                <p:nvPr/>
              </p:nvSpPr>
              <p:spPr>
                <a:xfrm>
                  <a:off x="5611343" y="2927282"/>
                  <a:ext cx="72212" cy="2394576"/>
                </a:xfrm>
                <a:custGeom>
                  <a:avLst/>
                  <a:gdLst>
                    <a:gd name="connsiteX0" fmla="*/ 0 w 192640"/>
                    <a:gd name="connsiteY0" fmla="*/ 6392581 h 6387957"/>
                    <a:gd name="connsiteX1" fmla="*/ 0 w 192640"/>
                    <a:gd name="connsiteY1" fmla="*/ 0 h 6387957"/>
                    <a:gd name="connsiteX2" fmla="*/ 198805 w 192640"/>
                    <a:gd name="connsiteY2" fmla="*/ 0 h 6387957"/>
                    <a:gd name="connsiteX3" fmla="*/ 198805 w 192640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2640" h="6387957">
                      <a:moveTo>
                        <a:pt x="0" y="6392581"/>
                      </a:moveTo>
                      <a:cubicBezTo>
                        <a:pt x="0" y="4261207"/>
                        <a:pt x="0" y="2132145"/>
                        <a:pt x="0" y="0"/>
                      </a:cubicBezTo>
                      <a:cubicBezTo>
                        <a:pt x="66268" y="0"/>
                        <a:pt x="131766" y="0"/>
                        <a:pt x="198805" y="0"/>
                      </a:cubicBezTo>
                      <a:cubicBezTo>
                        <a:pt x="198805" y="2131374"/>
                        <a:pt x="198805" y="4261207"/>
                        <a:pt x="19880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37" name="Freeform: Shape 36">
                  <a:extLst>
                    <a:ext uri="{FF2B5EF4-FFF2-40B4-BE49-F238E27FC236}">
                      <a16:creationId xmlns:a16="http://schemas.microsoft.com/office/drawing/2014/main" id="{6078D920-7771-4459-9280-C4992F522CBA}"/>
                    </a:ext>
                  </a:extLst>
                </p:cNvPr>
                <p:cNvSpPr/>
                <p:nvPr/>
              </p:nvSpPr>
              <p:spPr>
                <a:xfrm>
                  <a:off x="5407259" y="2926994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258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2581"/>
                      </a:moveTo>
                      <a:cubicBezTo>
                        <a:pt x="0" y="4261978"/>
                        <a:pt x="0" y="2132145"/>
                        <a:pt x="0" y="0"/>
                      </a:cubicBezTo>
                      <a:cubicBezTo>
                        <a:pt x="34675" y="0"/>
                        <a:pt x="67810" y="0"/>
                        <a:pt x="103255" y="0"/>
                      </a:cubicBezTo>
                      <a:cubicBezTo>
                        <a:pt x="103255" y="2130603"/>
                        <a:pt x="103255" y="4259666"/>
                        <a:pt x="10325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38" name="Freeform: Shape 37">
                  <a:extLst>
                    <a:ext uri="{FF2B5EF4-FFF2-40B4-BE49-F238E27FC236}">
                      <a16:creationId xmlns:a16="http://schemas.microsoft.com/office/drawing/2014/main" id="{C3F5AF82-D5F9-4252-B824-36671DB16639}"/>
                    </a:ext>
                  </a:extLst>
                </p:cNvPr>
                <p:cNvSpPr/>
                <p:nvPr/>
              </p:nvSpPr>
              <p:spPr>
                <a:xfrm>
                  <a:off x="5470252" y="2926994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258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2581"/>
                      </a:moveTo>
                      <a:cubicBezTo>
                        <a:pt x="0" y="4261978"/>
                        <a:pt x="0" y="2132145"/>
                        <a:pt x="0" y="0"/>
                      </a:cubicBezTo>
                      <a:cubicBezTo>
                        <a:pt x="34675" y="0"/>
                        <a:pt x="67809" y="0"/>
                        <a:pt x="103255" y="0"/>
                      </a:cubicBezTo>
                      <a:cubicBezTo>
                        <a:pt x="103255" y="2130603"/>
                        <a:pt x="103255" y="4259666"/>
                        <a:pt x="10325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39" name="Freeform: Shape 38">
                  <a:extLst>
                    <a:ext uri="{FF2B5EF4-FFF2-40B4-BE49-F238E27FC236}">
                      <a16:creationId xmlns:a16="http://schemas.microsoft.com/office/drawing/2014/main" id="{608790BC-CF74-4127-A790-27CC4E8D7766}"/>
                    </a:ext>
                  </a:extLst>
                </p:cNvPr>
                <p:cNvSpPr/>
                <p:nvPr/>
              </p:nvSpPr>
              <p:spPr>
                <a:xfrm>
                  <a:off x="5533244" y="2926127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258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2581"/>
                      </a:moveTo>
                      <a:cubicBezTo>
                        <a:pt x="0" y="4261978"/>
                        <a:pt x="0" y="2132145"/>
                        <a:pt x="0" y="0"/>
                      </a:cubicBezTo>
                      <a:cubicBezTo>
                        <a:pt x="34675" y="0"/>
                        <a:pt x="67809" y="0"/>
                        <a:pt x="103255" y="0"/>
                      </a:cubicBezTo>
                      <a:cubicBezTo>
                        <a:pt x="103255" y="2130603"/>
                        <a:pt x="103255" y="4259666"/>
                        <a:pt x="10325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</p:grpSp>
        </p:grp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79445F8C-1794-4081-97F9-DDCDE8889481}"/>
                </a:ext>
              </a:extLst>
            </p:cNvPr>
            <p:cNvGrpSpPr/>
            <p:nvPr/>
          </p:nvGrpSpPr>
          <p:grpSpPr>
            <a:xfrm>
              <a:off x="166248" y="6490548"/>
              <a:ext cx="4247655" cy="273466"/>
              <a:chOff x="4366684" y="2926127"/>
              <a:chExt cx="3278335" cy="2571063"/>
            </a:xfrm>
          </p:grpSpPr>
          <p:sp>
            <p:nvSpPr>
              <p:cNvPr id="41" name="Freeform: Shape 4">
                <a:extLst>
                  <a:ext uri="{FF2B5EF4-FFF2-40B4-BE49-F238E27FC236}">
                    <a16:creationId xmlns:a16="http://schemas.microsoft.com/office/drawing/2014/main" id="{74D575C7-16A7-4D8B-BCCC-3A2CC2EAF554}"/>
                  </a:ext>
                </a:extLst>
              </p:cNvPr>
              <p:cNvSpPr/>
              <p:nvPr/>
            </p:nvSpPr>
            <p:spPr>
              <a:xfrm>
                <a:off x="4744501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3351 h 6387957"/>
                  <a:gd name="connsiteX1" fmla="*/ 0 w 192640"/>
                  <a:gd name="connsiteY1" fmla="*/ 0 h 6387957"/>
                  <a:gd name="connsiteX2" fmla="*/ 198034 w 192640"/>
                  <a:gd name="connsiteY2" fmla="*/ 0 h 6387957"/>
                  <a:gd name="connsiteX3" fmla="*/ 198034 w 19264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solidFill>
                <a:schemeClr val="accent5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42" name="Freeform: Shape 5">
                <a:extLst>
                  <a:ext uri="{FF2B5EF4-FFF2-40B4-BE49-F238E27FC236}">
                    <a16:creationId xmlns:a16="http://schemas.microsoft.com/office/drawing/2014/main" id="{F6284352-7A7E-48DA-8B26-7B51CCB5A721}"/>
                  </a:ext>
                </a:extLst>
              </p:cNvPr>
              <p:cNvSpPr/>
              <p:nvPr/>
            </p:nvSpPr>
            <p:spPr>
              <a:xfrm>
                <a:off x="467662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chemeClr val="accent5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43" name="Freeform: Shape 6">
                <a:extLst>
                  <a:ext uri="{FF2B5EF4-FFF2-40B4-BE49-F238E27FC236}">
                    <a16:creationId xmlns:a16="http://schemas.microsoft.com/office/drawing/2014/main" id="{8AB1A5A0-486E-4510-BCA8-845A3DA94D58}"/>
                  </a:ext>
                </a:extLst>
              </p:cNvPr>
              <p:cNvSpPr/>
              <p:nvPr/>
            </p:nvSpPr>
            <p:spPr>
              <a:xfrm>
                <a:off x="5706626" y="2927282"/>
                <a:ext cx="109764" cy="2394576"/>
              </a:xfrm>
              <a:custGeom>
                <a:avLst/>
                <a:gdLst>
                  <a:gd name="connsiteX0" fmla="*/ 0 w 292813"/>
                  <a:gd name="connsiteY0" fmla="*/ 639258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97091" y="0"/>
                      <a:pt x="194952" y="0"/>
                      <a:pt x="295125" y="0"/>
                    </a:cubicBezTo>
                    <a:cubicBezTo>
                      <a:pt x="295125" y="2130603"/>
                      <a:pt x="295125" y="4259666"/>
                      <a:pt x="295125" y="6392581"/>
                    </a:cubicBezTo>
                  </a:path>
                </a:pathLst>
              </a:custGeom>
              <a:solidFill>
                <a:schemeClr val="accent2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44" name="Freeform: Shape 7">
                <a:extLst>
                  <a:ext uri="{FF2B5EF4-FFF2-40B4-BE49-F238E27FC236}">
                    <a16:creationId xmlns:a16="http://schemas.microsoft.com/office/drawing/2014/main" id="{D81590AB-AD28-44BD-8461-22FE3E26E6E0}"/>
                  </a:ext>
                </a:extLst>
              </p:cNvPr>
              <p:cNvSpPr/>
              <p:nvPr/>
            </p:nvSpPr>
            <p:spPr>
              <a:xfrm>
                <a:off x="5022376" y="2926994"/>
                <a:ext cx="75101" cy="2394576"/>
              </a:xfrm>
              <a:custGeom>
                <a:avLst/>
                <a:gdLst>
                  <a:gd name="connsiteX0" fmla="*/ 0 w 200346"/>
                  <a:gd name="connsiteY0" fmla="*/ 6392581 h 6387957"/>
                  <a:gd name="connsiteX1" fmla="*/ 0 w 200346"/>
                  <a:gd name="connsiteY1" fmla="*/ 0 h 6387957"/>
                  <a:gd name="connsiteX2" fmla="*/ 201117 w 200346"/>
                  <a:gd name="connsiteY2" fmla="*/ 0 h 6387957"/>
                  <a:gd name="connsiteX3" fmla="*/ 201117 w 200346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0346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3307" y="0"/>
                      <a:pt x="201117" y="0"/>
                    </a:cubicBezTo>
                    <a:cubicBezTo>
                      <a:pt x="201117" y="2131374"/>
                      <a:pt x="201117" y="4260437"/>
                      <a:pt x="201117" y="6392581"/>
                    </a:cubicBezTo>
                  </a:path>
                </a:pathLst>
              </a:custGeom>
              <a:solidFill>
                <a:schemeClr val="accent4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45" name="Freeform: Shape 8">
                <a:extLst>
                  <a:ext uri="{FF2B5EF4-FFF2-40B4-BE49-F238E27FC236}">
                    <a16:creationId xmlns:a16="http://schemas.microsoft.com/office/drawing/2014/main" id="{C3640730-A67E-4C43-A7C2-B4C32BF965C4}"/>
                  </a:ext>
                </a:extLst>
              </p:cNvPr>
              <p:cNvSpPr/>
              <p:nvPr/>
            </p:nvSpPr>
            <p:spPr>
              <a:xfrm>
                <a:off x="4877829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60437"/>
                      <a:pt x="198805" y="6392581"/>
                    </a:cubicBezTo>
                  </a:path>
                </a:pathLst>
              </a:custGeom>
              <a:solidFill>
                <a:schemeClr val="accent4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46" name="Freeform: Shape 9">
                <a:extLst>
                  <a:ext uri="{FF2B5EF4-FFF2-40B4-BE49-F238E27FC236}">
                    <a16:creationId xmlns:a16="http://schemas.microsoft.com/office/drawing/2014/main" id="{8F91D3B5-0631-4E10-8E8F-A90BDB6CEF8C}"/>
                  </a:ext>
                </a:extLst>
              </p:cNvPr>
              <p:cNvSpPr/>
              <p:nvPr/>
            </p:nvSpPr>
            <p:spPr>
              <a:xfrm>
                <a:off x="4559765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3351 h 6387957"/>
                  <a:gd name="connsiteX1" fmla="*/ 0 w 192640"/>
                  <a:gd name="connsiteY1" fmla="*/ 0 h 6387957"/>
                  <a:gd name="connsiteX2" fmla="*/ 198034 w 192640"/>
                  <a:gd name="connsiteY2" fmla="*/ 0 h 6387957"/>
                  <a:gd name="connsiteX3" fmla="*/ 198034 w 19264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solidFill>
                <a:schemeClr val="accent6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47" name="Freeform: Shape 10">
                <a:extLst>
                  <a:ext uri="{FF2B5EF4-FFF2-40B4-BE49-F238E27FC236}">
                    <a16:creationId xmlns:a16="http://schemas.microsoft.com/office/drawing/2014/main" id="{9833ED5E-247A-4AFE-956E-D90EE783EDB3}"/>
                  </a:ext>
                </a:extLst>
              </p:cNvPr>
              <p:cNvSpPr/>
              <p:nvPr/>
            </p:nvSpPr>
            <p:spPr>
              <a:xfrm>
                <a:off x="4433987" y="2926705"/>
                <a:ext cx="37550" cy="2567886"/>
              </a:xfrm>
              <a:custGeom>
                <a:avLst/>
                <a:gdLst>
                  <a:gd name="connsiteX0" fmla="*/ 0 w 100173"/>
                  <a:gd name="connsiteY0" fmla="*/ 685491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4716"/>
                      <a:pt x="103255" y="4567891"/>
                      <a:pt x="103255" y="6854918"/>
                    </a:cubicBezTo>
                  </a:path>
                </a:pathLst>
              </a:custGeom>
              <a:solidFill>
                <a:schemeClr val="accent6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48" name="Freeform: Shape 11">
                <a:extLst>
                  <a:ext uri="{FF2B5EF4-FFF2-40B4-BE49-F238E27FC236}">
                    <a16:creationId xmlns:a16="http://schemas.microsoft.com/office/drawing/2014/main" id="{E5EC525C-3908-4545-B9F0-C982F2420877}"/>
                  </a:ext>
                </a:extLst>
              </p:cNvPr>
              <p:cNvSpPr/>
              <p:nvPr/>
            </p:nvSpPr>
            <p:spPr>
              <a:xfrm>
                <a:off x="4366684" y="2927282"/>
                <a:ext cx="37550" cy="2567886"/>
              </a:xfrm>
              <a:custGeom>
                <a:avLst/>
                <a:gdLst>
                  <a:gd name="connsiteX0" fmla="*/ 0 w 100173"/>
                  <a:gd name="connsiteY0" fmla="*/ 685414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148"/>
                    </a:moveTo>
                    <a:cubicBezTo>
                      <a:pt x="0" y="4569432"/>
                      <a:pt x="0" y="2286257"/>
                      <a:pt x="0" y="0"/>
                    </a:cubicBezTo>
                    <a:cubicBezTo>
                      <a:pt x="33905" y="0"/>
                      <a:pt x="67809" y="0"/>
                      <a:pt x="103255" y="0"/>
                    </a:cubicBezTo>
                    <a:cubicBezTo>
                      <a:pt x="103255" y="2285486"/>
                      <a:pt x="103255" y="4568661"/>
                      <a:pt x="103255" y="6854918"/>
                    </a:cubicBezTo>
                  </a:path>
                </a:pathLst>
              </a:custGeom>
              <a:solidFill>
                <a:schemeClr val="accent6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49" name="Freeform: Shape 12">
                <a:extLst>
                  <a:ext uri="{FF2B5EF4-FFF2-40B4-BE49-F238E27FC236}">
                    <a16:creationId xmlns:a16="http://schemas.microsoft.com/office/drawing/2014/main" id="{09C432BF-83BF-44C7-8A68-9B35111165C4}"/>
                  </a:ext>
                </a:extLst>
              </p:cNvPr>
              <p:cNvSpPr/>
              <p:nvPr/>
            </p:nvSpPr>
            <p:spPr>
              <a:xfrm>
                <a:off x="5957386" y="2926705"/>
                <a:ext cx="37550" cy="2567886"/>
              </a:xfrm>
              <a:custGeom>
                <a:avLst/>
                <a:gdLst>
                  <a:gd name="connsiteX0" fmla="*/ 0 w 100173"/>
                  <a:gd name="connsiteY0" fmla="*/ 685491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3945"/>
                      <a:pt x="103255" y="4567891"/>
                      <a:pt x="103255" y="6854918"/>
                    </a:cubicBezTo>
                  </a:path>
                </a:pathLst>
              </a:custGeom>
              <a:solidFill>
                <a:schemeClr val="accent6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50" name="Freeform: Shape 13">
                <a:extLst>
                  <a:ext uri="{FF2B5EF4-FFF2-40B4-BE49-F238E27FC236}">
                    <a16:creationId xmlns:a16="http://schemas.microsoft.com/office/drawing/2014/main" id="{4D5F14F6-BD9C-4471-B822-35693E0ECCEE}"/>
                  </a:ext>
                </a:extLst>
              </p:cNvPr>
              <p:cNvSpPr/>
              <p:nvPr/>
            </p:nvSpPr>
            <p:spPr>
              <a:xfrm>
                <a:off x="6024689" y="2926127"/>
                <a:ext cx="37550" cy="2567886"/>
              </a:xfrm>
              <a:custGeom>
                <a:avLst/>
                <a:gdLst>
                  <a:gd name="connsiteX0" fmla="*/ 0 w 100173"/>
                  <a:gd name="connsiteY0" fmla="*/ 6857230 h 6850294"/>
                  <a:gd name="connsiteX1" fmla="*/ 0 w 100173"/>
                  <a:gd name="connsiteY1" fmla="*/ 0 h 6850294"/>
                  <a:gd name="connsiteX2" fmla="*/ 52398 w 100173"/>
                  <a:gd name="connsiteY2" fmla="*/ 0 h 6850294"/>
                  <a:gd name="connsiteX3" fmla="*/ 103255 w 100173"/>
                  <a:gd name="connsiteY3" fmla="*/ 0 h 6850294"/>
                  <a:gd name="connsiteX4" fmla="*/ 103255 w 100173"/>
                  <a:gd name="connsiteY4" fmla="*/ 6857230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173" h="6850294">
                    <a:moveTo>
                      <a:pt x="0" y="6857230"/>
                    </a:moveTo>
                    <a:cubicBezTo>
                      <a:pt x="0" y="4572514"/>
                      <a:pt x="0" y="2288569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287798"/>
                      <a:pt x="103255" y="4571743"/>
                      <a:pt x="103255" y="6857230"/>
                    </a:cubicBezTo>
                  </a:path>
                </a:pathLst>
              </a:custGeom>
              <a:solidFill>
                <a:schemeClr val="accent6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51" name="Freeform: Shape 14">
                <a:extLst>
                  <a:ext uri="{FF2B5EF4-FFF2-40B4-BE49-F238E27FC236}">
                    <a16:creationId xmlns:a16="http://schemas.microsoft.com/office/drawing/2014/main" id="{35B6ED53-E8E4-4DE2-BE76-D07542427D91}"/>
                  </a:ext>
                </a:extLst>
              </p:cNvPr>
              <p:cNvSpPr/>
              <p:nvPr/>
            </p:nvSpPr>
            <p:spPr>
              <a:xfrm>
                <a:off x="5890084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1714 w 100173"/>
                  <a:gd name="connsiteY2" fmla="*/ 0 h 6387957"/>
                  <a:gd name="connsiteX3" fmla="*/ 101714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33904" y="0"/>
                      <a:pt x="67039" y="0"/>
                      <a:pt x="101714" y="0"/>
                    </a:cubicBezTo>
                    <a:cubicBezTo>
                      <a:pt x="101714" y="2130603"/>
                      <a:pt x="101714" y="4260437"/>
                      <a:pt x="101714" y="6392581"/>
                    </a:cubicBezTo>
                  </a:path>
                </a:pathLst>
              </a:custGeom>
              <a:solidFill>
                <a:schemeClr val="accent6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52" name="Freeform: Shape 15">
                <a:extLst>
                  <a:ext uri="{FF2B5EF4-FFF2-40B4-BE49-F238E27FC236}">
                    <a16:creationId xmlns:a16="http://schemas.microsoft.com/office/drawing/2014/main" id="{A8A97A24-DC2C-49EC-B707-A0A7A527B0A9}"/>
                  </a:ext>
                </a:extLst>
              </p:cNvPr>
              <p:cNvSpPr/>
              <p:nvPr/>
            </p:nvSpPr>
            <p:spPr>
              <a:xfrm>
                <a:off x="609199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335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3351"/>
                    </a:moveTo>
                    <a:cubicBezTo>
                      <a:pt x="0" y="4261978"/>
                      <a:pt x="0" y="213291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1374"/>
                      <a:pt x="103255" y="4261207"/>
                      <a:pt x="103255" y="6393351"/>
                    </a:cubicBezTo>
                  </a:path>
                </a:pathLst>
              </a:custGeom>
              <a:solidFill>
                <a:schemeClr val="accent6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53" name="Freeform: Shape 16">
                <a:extLst>
                  <a:ext uri="{FF2B5EF4-FFF2-40B4-BE49-F238E27FC236}">
                    <a16:creationId xmlns:a16="http://schemas.microsoft.com/office/drawing/2014/main" id="{4ED0FC69-47AA-4FC9-8D08-3147EA5A1734}"/>
                  </a:ext>
                </a:extLst>
              </p:cNvPr>
              <p:cNvSpPr/>
              <p:nvPr/>
            </p:nvSpPr>
            <p:spPr>
              <a:xfrm>
                <a:off x="7139759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chemeClr val="accent2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54" name="Freeform: Shape 17">
                <a:extLst>
                  <a:ext uri="{FF2B5EF4-FFF2-40B4-BE49-F238E27FC236}">
                    <a16:creationId xmlns:a16="http://schemas.microsoft.com/office/drawing/2014/main" id="{2757EAE5-8C6A-452C-9A4B-7A71BBF68BB8}"/>
                  </a:ext>
                </a:extLst>
              </p:cNvPr>
              <p:cNvSpPr/>
              <p:nvPr/>
            </p:nvSpPr>
            <p:spPr>
              <a:xfrm>
                <a:off x="7280788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chemeClr val="accent2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55" name="Freeform: Shape 18">
                <a:extLst>
                  <a:ext uri="{FF2B5EF4-FFF2-40B4-BE49-F238E27FC236}">
                    <a16:creationId xmlns:a16="http://schemas.microsoft.com/office/drawing/2014/main" id="{9A398514-6CBA-493F-8416-AE84CB3E34D9}"/>
                  </a:ext>
                </a:extLst>
              </p:cNvPr>
              <p:cNvSpPr/>
              <p:nvPr/>
            </p:nvSpPr>
            <p:spPr>
              <a:xfrm>
                <a:off x="7349773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99402" y="0"/>
                      <a:pt x="195722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chemeClr val="accent1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56" name="Freeform: Shape 19">
                <a:extLst>
                  <a:ext uri="{FF2B5EF4-FFF2-40B4-BE49-F238E27FC236}">
                    <a16:creationId xmlns:a16="http://schemas.microsoft.com/office/drawing/2014/main" id="{248BDF24-2CD8-4F98-A671-38A09AFC3B84}"/>
                  </a:ext>
                </a:extLst>
              </p:cNvPr>
              <p:cNvSpPr/>
              <p:nvPr/>
            </p:nvSpPr>
            <p:spPr>
              <a:xfrm>
                <a:off x="7548511" y="2927282"/>
                <a:ext cx="41911" cy="2569908"/>
              </a:xfrm>
              <a:custGeom>
                <a:avLst/>
                <a:gdLst>
                  <a:gd name="connsiteX0" fmla="*/ 0 w 115584"/>
                  <a:gd name="connsiteY0" fmla="*/ 6753975 h 6850294"/>
                  <a:gd name="connsiteX1" fmla="*/ 13099 w 115584"/>
                  <a:gd name="connsiteY1" fmla="*/ 0 h 6850294"/>
                  <a:gd name="connsiteX2" fmla="*/ 118666 w 115584"/>
                  <a:gd name="connsiteY2" fmla="*/ 0 h 6850294"/>
                  <a:gd name="connsiteX3" fmla="*/ 118666 w 115584"/>
                  <a:gd name="connsiteY3" fmla="*/ 6855688 h 6850294"/>
                  <a:gd name="connsiteX0" fmla="*/ 0 w 111805"/>
                  <a:gd name="connsiteY0" fmla="*/ 6836322 h 6855688"/>
                  <a:gd name="connsiteX1" fmla="*/ 6237 w 111805"/>
                  <a:gd name="connsiteY1" fmla="*/ 0 h 6855688"/>
                  <a:gd name="connsiteX2" fmla="*/ 111804 w 111805"/>
                  <a:gd name="connsiteY2" fmla="*/ 0 h 6855688"/>
                  <a:gd name="connsiteX3" fmla="*/ 111804 w 111805"/>
                  <a:gd name="connsiteY3" fmla="*/ 6855688 h 6855688"/>
                  <a:gd name="connsiteX0" fmla="*/ 0 w 111804"/>
                  <a:gd name="connsiteY0" fmla="*/ 6853478 h 6855688"/>
                  <a:gd name="connsiteX1" fmla="*/ 6237 w 111804"/>
                  <a:gd name="connsiteY1" fmla="*/ 0 h 6855688"/>
                  <a:gd name="connsiteX2" fmla="*/ 111804 w 111804"/>
                  <a:gd name="connsiteY2" fmla="*/ 0 h 6855688"/>
                  <a:gd name="connsiteX3" fmla="*/ 111804 w 111804"/>
                  <a:gd name="connsiteY3" fmla="*/ 6855688 h 68556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1804" h="6855688">
                    <a:moveTo>
                      <a:pt x="0" y="6853478"/>
                    </a:moveTo>
                    <a:cubicBezTo>
                      <a:pt x="14640" y="4603437"/>
                      <a:pt x="3155" y="2253123"/>
                      <a:pt x="6237" y="0"/>
                    </a:cubicBezTo>
                    <a:lnTo>
                      <a:pt x="111804" y="0"/>
                    </a:lnTo>
                    <a:lnTo>
                      <a:pt x="111804" y="6855688"/>
                    </a:lnTo>
                  </a:path>
                </a:pathLst>
              </a:custGeom>
              <a:solidFill>
                <a:schemeClr val="accent1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57" name="Freeform: Shape 20">
                <a:extLst>
                  <a:ext uri="{FF2B5EF4-FFF2-40B4-BE49-F238E27FC236}">
                    <a16:creationId xmlns:a16="http://schemas.microsoft.com/office/drawing/2014/main" id="{7984C3E4-7628-40C8-85CA-E19FCBCEF3F1}"/>
                  </a:ext>
                </a:extLst>
              </p:cNvPr>
              <p:cNvSpPr/>
              <p:nvPr/>
            </p:nvSpPr>
            <p:spPr>
              <a:xfrm>
                <a:off x="7485249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chemeClr val="accent1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58" name="Freeform: Shape 21">
                <a:extLst>
                  <a:ext uri="{FF2B5EF4-FFF2-40B4-BE49-F238E27FC236}">
                    <a16:creationId xmlns:a16="http://schemas.microsoft.com/office/drawing/2014/main" id="{8C53762C-C9DB-488B-A6C3-D2EF997D4824}"/>
                  </a:ext>
                </a:extLst>
              </p:cNvPr>
              <p:cNvSpPr/>
              <p:nvPr/>
            </p:nvSpPr>
            <p:spPr>
              <a:xfrm>
                <a:off x="7616134" y="2926994"/>
                <a:ext cx="28885" cy="2567886"/>
              </a:xfrm>
              <a:custGeom>
                <a:avLst/>
                <a:gdLst>
                  <a:gd name="connsiteX0" fmla="*/ 0 w 77056"/>
                  <a:gd name="connsiteY0" fmla="*/ 6854918 h 6850294"/>
                  <a:gd name="connsiteX1" fmla="*/ 0 w 77056"/>
                  <a:gd name="connsiteY1" fmla="*/ 0 h 6850294"/>
                  <a:gd name="connsiteX2" fmla="*/ 78597 w 77056"/>
                  <a:gd name="connsiteY2" fmla="*/ 0 h 6850294"/>
                  <a:gd name="connsiteX3" fmla="*/ 78597 w 77056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056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25428" y="0"/>
                      <a:pt x="50087" y="0"/>
                      <a:pt x="78597" y="0"/>
                    </a:cubicBezTo>
                    <a:cubicBezTo>
                      <a:pt x="78597" y="2283175"/>
                      <a:pt x="78597" y="4566350"/>
                      <a:pt x="78597" y="6854918"/>
                    </a:cubicBezTo>
                  </a:path>
                </a:pathLst>
              </a:custGeom>
              <a:solidFill>
                <a:schemeClr val="accent1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59" name="Freeform: Shape 22">
                <a:extLst>
                  <a:ext uri="{FF2B5EF4-FFF2-40B4-BE49-F238E27FC236}">
                    <a16:creationId xmlns:a16="http://schemas.microsoft.com/office/drawing/2014/main" id="{1A8ED041-2586-48E4-ACBE-6C2ED338E966}"/>
                  </a:ext>
                </a:extLst>
              </p:cNvPr>
              <p:cNvSpPr/>
              <p:nvPr/>
            </p:nvSpPr>
            <p:spPr>
              <a:xfrm>
                <a:off x="6838507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chemeClr val="accent3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60" name="Freeform: Shape 23">
                <a:extLst>
                  <a:ext uri="{FF2B5EF4-FFF2-40B4-BE49-F238E27FC236}">
                    <a16:creationId xmlns:a16="http://schemas.microsoft.com/office/drawing/2014/main" id="{E2E2C08D-AFC1-4D38-B19D-ECAA791E7E03}"/>
                  </a:ext>
                </a:extLst>
              </p:cNvPr>
              <p:cNvSpPr/>
              <p:nvPr/>
            </p:nvSpPr>
            <p:spPr>
              <a:xfrm>
                <a:off x="698099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solidFill>
                <a:schemeClr val="accent3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61" name="Freeform: Shape 24">
                <a:extLst>
                  <a:ext uri="{FF2B5EF4-FFF2-40B4-BE49-F238E27FC236}">
                    <a16:creationId xmlns:a16="http://schemas.microsoft.com/office/drawing/2014/main" id="{53B015E2-EB41-454F-B249-A3924B2C56A7}"/>
                  </a:ext>
                </a:extLst>
              </p:cNvPr>
              <p:cNvSpPr/>
              <p:nvPr/>
            </p:nvSpPr>
            <p:spPr>
              <a:xfrm>
                <a:off x="706505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solidFill>
                <a:schemeClr val="accent3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62" name="Freeform: Shape 25">
                <a:extLst>
                  <a:ext uri="{FF2B5EF4-FFF2-40B4-BE49-F238E27FC236}">
                    <a16:creationId xmlns:a16="http://schemas.microsoft.com/office/drawing/2014/main" id="{018D5BE2-ED44-4289-8EFA-42F5721FBB85}"/>
                  </a:ext>
                </a:extLst>
              </p:cNvPr>
              <p:cNvSpPr/>
              <p:nvPr/>
            </p:nvSpPr>
            <p:spPr>
              <a:xfrm>
                <a:off x="6754449" y="2926127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solidFill>
                <a:schemeClr val="accent3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63" name="Freeform: Shape 26">
                <a:extLst>
                  <a:ext uri="{FF2B5EF4-FFF2-40B4-BE49-F238E27FC236}">
                    <a16:creationId xmlns:a16="http://schemas.microsoft.com/office/drawing/2014/main" id="{FEBA9FA3-A7E2-4C7A-A66C-36068833FD70}"/>
                  </a:ext>
                </a:extLst>
              </p:cNvPr>
              <p:cNvSpPr/>
              <p:nvPr/>
            </p:nvSpPr>
            <p:spPr>
              <a:xfrm>
                <a:off x="633491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335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3351"/>
                    </a:moveTo>
                    <a:cubicBezTo>
                      <a:pt x="0" y="4262748"/>
                      <a:pt x="0" y="213291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1374"/>
                      <a:pt x="103255" y="4260436"/>
                      <a:pt x="103255" y="6393351"/>
                    </a:cubicBezTo>
                  </a:path>
                </a:pathLst>
              </a:custGeom>
              <a:solidFill>
                <a:schemeClr val="accent5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64" name="Freeform: Shape 27">
                <a:extLst>
                  <a:ext uri="{FF2B5EF4-FFF2-40B4-BE49-F238E27FC236}">
                    <a16:creationId xmlns:a16="http://schemas.microsoft.com/office/drawing/2014/main" id="{DCE49181-A192-4FDD-8E4A-6CE1DB81A373}"/>
                  </a:ext>
                </a:extLst>
              </p:cNvPr>
              <p:cNvSpPr/>
              <p:nvPr/>
            </p:nvSpPr>
            <p:spPr>
              <a:xfrm>
                <a:off x="6159871" y="2926127"/>
                <a:ext cx="37550" cy="2397464"/>
              </a:xfrm>
              <a:custGeom>
                <a:avLst/>
                <a:gdLst>
                  <a:gd name="connsiteX0" fmla="*/ 0 w 100173"/>
                  <a:gd name="connsiteY0" fmla="*/ 6395663 h 6395662"/>
                  <a:gd name="connsiteX1" fmla="*/ 0 w 100173"/>
                  <a:gd name="connsiteY1" fmla="*/ 0 h 6395662"/>
                  <a:gd name="connsiteX2" fmla="*/ 52398 w 100173"/>
                  <a:gd name="connsiteY2" fmla="*/ 0 h 6395662"/>
                  <a:gd name="connsiteX3" fmla="*/ 103255 w 100173"/>
                  <a:gd name="connsiteY3" fmla="*/ 0 h 6395662"/>
                  <a:gd name="connsiteX4" fmla="*/ 103255 w 100173"/>
                  <a:gd name="connsiteY4" fmla="*/ 6395663 h 63956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173" h="6395662">
                    <a:moveTo>
                      <a:pt x="0" y="6395663"/>
                    </a:moveTo>
                    <a:cubicBezTo>
                      <a:pt x="0" y="4265060"/>
                      <a:pt x="0" y="2135227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132915"/>
                      <a:pt x="103255" y="4261977"/>
                      <a:pt x="103255" y="6395663"/>
                    </a:cubicBezTo>
                  </a:path>
                </a:pathLst>
              </a:custGeom>
              <a:solidFill>
                <a:schemeClr val="accent5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65" name="Freeform: Shape 28">
                <a:extLst>
                  <a:ext uri="{FF2B5EF4-FFF2-40B4-BE49-F238E27FC236}">
                    <a16:creationId xmlns:a16="http://schemas.microsoft.com/office/drawing/2014/main" id="{08B99DFA-675D-47CD-AAA5-48F4B7263F7F}"/>
                  </a:ext>
                </a:extLst>
              </p:cNvPr>
              <p:cNvSpPr/>
              <p:nvPr/>
            </p:nvSpPr>
            <p:spPr>
              <a:xfrm>
                <a:off x="6231712" y="2926127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chemeClr val="accent5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66" name="Freeform: Shape 29">
                <a:extLst>
                  <a:ext uri="{FF2B5EF4-FFF2-40B4-BE49-F238E27FC236}">
                    <a16:creationId xmlns:a16="http://schemas.microsoft.com/office/drawing/2014/main" id="{A3A52561-2F81-45D4-BB63-98DD6D95E5E9}"/>
                  </a:ext>
                </a:extLst>
              </p:cNvPr>
              <p:cNvSpPr/>
              <p:nvPr/>
            </p:nvSpPr>
            <p:spPr>
              <a:xfrm>
                <a:off x="6598401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chemeClr val="accent4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67" name="Freeform: Shape 30">
                <a:extLst>
                  <a:ext uri="{FF2B5EF4-FFF2-40B4-BE49-F238E27FC236}">
                    <a16:creationId xmlns:a16="http://schemas.microsoft.com/office/drawing/2014/main" id="{53780AFD-C7BF-438C-8ACF-ADB70736488F}"/>
                  </a:ext>
                </a:extLst>
              </p:cNvPr>
              <p:cNvSpPr/>
              <p:nvPr/>
            </p:nvSpPr>
            <p:spPr>
              <a:xfrm>
                <a:off x="6680669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solidFill>
                <a:schemeClr val="accent4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68" name="Freeform: Shape 31">
                <a:extLst>
                  <a:ext uri="{FF2B5EF4-FFF2-40B4-BE49-F238E27FC236}">
                    <a16:creationId xmlns:a16="http://schemas.microsoft.com/office/drawing/2014/main" id="{D1DA5EF5-6153-4FA1-B3B6-C7EA4D7C45C7}"/>
                  </a:ext>
                </a:extLst>
              </p:cNvPr>
              <p:cNvSpPr/>
              <p:nvPr/>
            </p:nvSpPr>
            <p:spPr>
              <a:xfrm>
                <a:off x="651613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181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181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181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134" y="0"/>
                      <a:pt x="67039" y="0"/>
                      <a:pt x="103255" y="0"/>
                    </a:cubicBezTo>
                    <a:cubicBezTo>
                      <a:pt x="103255" y="2130603"/>
                      <a:pt x="103255" y="4260436"/>
                      <a:pt x="103255" y="6391811"/>
                    </a:cubicBezTo>
                  </a:path>
                </a:pathLst>
              </a:custGeom>
              <a:solidFill>
                <a:schemeClr val="accent4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69" name="Freeform: Shape 32">
                <a:extLst>
                  <a:ext uri="{FF2B5EF4-FFF2-40B4-BE49-F238E27FC236}">
                    <a16:creationId xmlns:a16="http://schemas.microsoft.com/office/drawing/2014/main" id="{F80C8E45-AA03-497B-9ABE-2E9B8BC26557}"/>
                  </a:ext>
                </a:extLst>
              </p:cNvPr>
              <p:cNvSpPr/>
              <p:nvPr/>
            </p:nvSpPr>
            <p:spPr>
              <a:xfrm>
                <a:off x="6399205" y="2927282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chemeClr val="accent4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70" name="Freeform: Shape 33">
                <a:extLst>
                  <a:ext uri="{FF2B5EF4-FFF2-40B4-BE49-F238E27FC236}">
                    <a16:creationId xmlns:a16="http://schemas.microsoft.com/office/drawing/2014/main" id="{B33154AB-DAF1-4E1D-AED0-2C8B79C6FE97}"/>
                  </a:ext>
                </a:extLst>
              </p:cNvPr>
              <p:cNvSpPr/>
              <p:nvPr/>
            </p:nvSpPr>
            <p:spPr>
              <a:xfrm>
                <a:off x="5237391" y="2926127"/>
                <a:ext cx="144425" cy="2394576"/>
              </a:xfrm>
              <a:custGeom>
                <a:avLst/>
                <a:gdLst>
                  <a:gd name="connsiteX0" fmla="*/ 0 w 385280"/>
                  <a:gd name="connsiteY0" fmla="*/ 6393351 h 6387957"/>
                  <a:gd name="connsiteX1" fmla="*/ 0 w 385280"/>
                  <a:gd name="connsiteY1" fmla="*/ 0 h 6387957"/>
                  <a:gd name="connsiteX2" fmla="*/ 387593 w 385280"/>
                  <a:gd name="connsiteY2" fmla="*/ 0 h 6387957"/>
                  <a:gd name="connsiteX3" fmla="*/ 387593 w 38528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5280" h="6387957">
                    <a:moveTo>
                      <a:pt x="0" y="639335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128684" y="0"/>
                      <a:pt x="256597" y="0"/>
                      <a:pt x="387593" y="0"/>
                    </a:cubicBezTo>
                    <a:cubicBezTo>
                      <a:pt x="387593" y="2130603"/>
                      <a:pt x="387593" y="4261207"/>
                      <a:pt x="387593" y="6393351"/>
                    </a:cubicBezTo>
                  </a:path>
                </a:pathLst>
              </a:custGeom>
              <a:solidFill>
                <a:schemeClr val="accent3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71" name="Freeform: Shape 34">
                <a:extLst>
                  <a:ext uri="{FF2B5EF4-FFF2-40B4-BE49-F238E27FC236}">
                    <a16:creationId xmlns:a16="http://schemas.microsoft.com/office/drawing/2014/main" id="{6E905E38-B653-4270-89DB-6739B8AED375}"/>
                  </a:ext>
                </a:extLst>
              </p:cNvPr>
              <p:cNvSpPr/>
              <p:nvPr/>
            </p:nvSpPr>
            <p:spPr>
              <a:xfrm>
                <a:off x="5123269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59666"/>
                      <a:pt x="198805" y="6392581"/>
                    </a:cubicBezTo>
                  </a:path>
                </a:pathLst>
              </a:custGeom>
              <a:solidFill>
                <a:schemeClr val="accent3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72" name="Freeform: Shape 35">
                <a:extLst>
                  <a:ext uri="{FF2B5EF4-FFF2-40B4-BE49-F238E27FC236}">
                    <a16:creationId xmlns:a16="http://schemas.microsoft.com/office/drawing/2014/main" id="{C46E5A34-F6FC-40B7-8BD9-CA4870D3EACB}"/>
                  </a:ext>
                </a:extLst>
              </p:cNvPr>
              <p:cNvSpPr/>
              <p:nvPr/>
            </p:nvSpPr>
            <p:spPr>
              <a:xfrm>
                <a:off x="5611343" y="2927282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chemeClr val="accent3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73" name="Freeform: Shape 36">
                <a:extLst>
                  <a:ext uri="{FF2B5EF4-FFF2-40B4-BE49-F238E27FC236}">
                    <a16:creationId xmlns:a16="http://schemas.microsoft.com/office/drawing/2014/main" id="{5FA3DBA7-F8ED-45A6-819E-A85FBC355BCB}"/>
                  </a:ext>
                </a:extLst>
              </p:cNvPr>
              <p:cNvSpPr/>
              <p:nvPr/>
            </p:nvSpPr>
            <p:spPr>
              <a:xfrm>
                <a:off x="5407259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10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chemeClr val="accent3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74" name="Freeform: Shape 37">
                <a:extLst>
                  <a:ext uri="{FF2B5EF4-FFF2-40B4-BE49-F238E27FC236}">
                    <a16:creationId xmlns:a16="http://schemas.microsoft.com/office/drawing/2014/main" id="{6D4897DB-997C-4440-9C15-09B6C34994D1}"/>
                  </a:ext>
                </a:extLst>
              </p:cNvPr>
              <p:cNvSpPr/>
              <p:nvPr/>
            </p:nvSpPr>
            <p:spPr>
              <a:xfrm>
                <a:off x="5470252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chemeClr val="accent3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75" name="Freeform: Shape 38">
                <a:extLst>
                  <a:ext uri="{FF2B5EF4-FFF2-40B4-BE49-F238E27FC236}">
                    <a16:creationId xmlns:a16="http://schemas.microsoft.com/office/drawing/2014/main" id="{60C5513F-881C-4B26-9ADB-6A46166CB483}"/>
                  </a:ext>
                </a:extLst>
              </p:cNvPr>
              <p:cNvSpPr/>
              <p:nvPr/>
            </p:nvSpPr>
            <p:spPr>
              <a:xfrm>
                <a:off x="5533244" y="2926127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chemeClr val="accent3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</p:grp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621D202A-5DDC-4586-837E-E89610285CC9}"/>
                </a:ext>
              </a:extLst>
            </p:cNvPr>
            <p:cNvSpPr/>
            <p:nvPr/>
          </p:nvSpPr>
          <p:spPr>
            <a:xfrm>
              <a:off x="0" y="-699"/>
              <a:ext cx="12191999" cy="646331"/>
            </a:xfrm>
            <a:prstGeom prst="rect">
              <a:avLst/>
            </a:prstGeom>
            <a:solidFill>
              <a:schemeClr val="bg1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algn="ctr"/>
              <a:endParaRPr lang="ko-KR" altLang="en-US" sz="3600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itchFamily="18" charset="0"/>
              </a:endParaRPr>
            </a:p>
          </p:txBody>
        </p:sp>
        <p:pic>
          <p:nvPicPr>
            <p:cNvPr id="77" name="Picture 76">
              <a:extLst>
                <a:ext uri="{FF2B5EF4-FFF2-40B4-BE49-F238E27FC236}">
                  <a16:creationId xmlns:a16="http://schemas.microsoft.com/office/drawing/2014/main" id="{C10207E4-A41E-4E56-9165-4F7135FB076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587" y="34941"/>
              <a:ext cx="1343005" cy="575049"/>
            </a:xfrm>
            <a:prstGeom prst="rect">
              <a:avLst/>
            </a:prstGeom>
          </p:spPr>
        </p:pic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8C098857-E541-4069-B9EA-AF75614C0ABE}"/>
                </a:ext>
              </a:extLst>
            </p:cNvPr>
            <p:cNvSpPr txBox="1"/>
            <p:nvPr/>
          </p:nvSpPr>
          <p:spPr>
            <a:xfrm>
              <a:off x="3258798" y="84039"/>
              <a:ext cx="5674404" cy="5480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15000"/>
                </a:lnSpc>
                <a:spcAft>
                  <a:spcPts val="800"/>
                </a:spcAft>
              </a:pPr>
              <a:endParaRPr lang="en-US" sz="2800" b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80" name="TextBox 79">
            <a:extLst>
              <a:ext uri="{FF2B5EF4-FFF2-40B4-BE49-F238E27FC236}">
                <a16:creationId xmlns:a16="http://schemas.microsoft.com/office/drawing/2014/main" id="{1360F787-DA08-11A8-8668-EF6D9C12D009}"/>
              </a:ext>
            </a:extLst>
          </p:cNvPr>
          <p:cNvSpPr txBox="1"/>
          <p:nvPr/>
        </p:nvSpPr>
        <p:spPr>
          <a:xfrm>
            <a:off x="1883438" y="30077"/>
            <a:ext cx="9249583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Finding 2: The 5 District 'Archetypes' (Clustering)</a:t>
            </a:r>
            <a:endParaRPr sz="3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2" name="Picture 81">
            <a:extLst>
              <a:ext uri="{FF2B5EF4-FFF2-40B4-BE49-F238E27FC236}">
                <a16:creationId xmlns:a16="http://schemas.microsoft.com/office/drawing/2014/main" id="{395A1C9D-0B1A-F40C-D799-7426CD0CA2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8886" y="1015693"/>
            <a:ext cx="6373114" cy="5353797"/>
          </a:xfrm>
          <a:prstGeom prst="rect">
            <a:avLst/>
          </a:prstGeom>
        </p:spPr>
      </p:pic>
      <p:pic>
        <p:nvPicPr>
          <p:cNvPr id="84" name="Picture 83">
            <a:extLst>
              <a:ext uri="{FF2B5EF4-FFF2-40B4-BE49-F238E27FC236}">
                <a16:creationId xmlns:a16="http://schemas.microsoft.com/office/drawing/2014/main" id="{01BAEFDA-9DDB-F401-A0FF-929BE15053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85125" y="721321"/>
            <a:ext cx="2095792" cy="1590897"/>
          </a:xfrm>
          <a:prstGeom prst="rect">
            <a:avLst/>
          </a:prstGeom>
        </p:spPr>
      </p:pic>
      <p:sp>
        <p:nvSpPr>
          <p:cNvPr id="91" name="TextBox 90">
            <a:extLst>
              <a:ext uri="{FF2B5EF4-FFF2-40B4-BE49-F238E27FC236}">
                <a16:creationId xmlns:a16="http://schemas.microsoft.com/office/drawing/2014/main" id="{7A13A777-301B-9CEE-03AC-B5AD26A2E081}"/>
              </a:ext>
            </a:extLst>
          </p:cNvPr>
          <p:cNvSpPr txBox="1"/>
          <p:nvPr/>
        </p:nvSpPr>
        <p:spPr>
          <a:xfrm>
            <a:off x="138034" y="922718"/>
            <a:ext cx="5957966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Cluster 1: The Mainstream Heartland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largest group, defined by high financial and area scale but the lowest female participation (9.98%). Common in Madhya Pradesh.</a:t>
            </a:r>
          </a:p>
          <a:p>
            <a:pPr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Cluster 3: The Inclusive Powerhouse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High-scale districts, but dominated by small farmers (82%) and boasting the highest female participation (21%). Common in Maharashtra.</a:t>
            </a:r>
          </a:p>
          <a:p>
            <a:pPr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Cluster 0: Smallholder Specialists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Districts with low financial value (avg. sum ₹517) but decent participation from small farmers (75%). Common in Chhattisgarh.</a:t>
            </a:r>
          </a:p>
          <a:p>
            <a:pPr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Cluster 4: Vulnerable &amp; Low-Scale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Defined by the highest rate of marginal farmers (51.85%). These are vulnerable districts that have not yet reached large scale.</a:t>
            </a:r>
          </a:p>
          <a:p>
            <a:pPr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Cluster 2: The Niche Outliers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smallest group, defined by the WBCIS scheme. Has the lowest participation and inclusivity metrics across the board.</a:t>
            </a:r>
          </a:p>
        </p:txBody>
      </p:sp>
    </p:spTree>
    <p:extLst>
      <p:ext uri="{BB962C8B-B14F-4D97-AF65-F5344CB8AC3E}">
        <p14:creationId xmlns:p14="http://schemas.microsoft.com/office/powerpoint/2010/main" val="19880035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" name="Group 78">
            <a:extLst>
              <a:ext uri="{FF2B5EF4-FFF2-40B4-BE49-F238E27FC236}">
                <a16:creationId xmlns:a16="http://schemas.microsoft.com/office/drawing/2014/main" id="{8AB83803-82FF-4FDF-A9E4-FA57E548D4DF}"/>
              </a:ext>
            </a:extLst>
          </p:cNvPr>
          <p:cNvGrpSpPr/>
          <p:nvPr/>
        </p:nvGrpSpPr>
        <p:grpSpPr>
          <a:xfrm>
            <a:off x="0" y="-699"/>
            <a:ext cx="12196232" cy="6859933"/>
            <a:chOff x="0" y="-699"/>
            <a:chExt cx="12196232" cy="6859933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4F7233E0-8B4C-403F-B4DC-1EAABD525929}"/>
                </a:ext>
              </a:extLst>
            </p:cNvPr>
            <p:cNvGrpSpPr/>
            <p:nvPr/>
          </p:nvGrpSpPr>
          <p:grpSpPr>
            <a:xfrm>
              <a:off x="4232" y="6382984"/>
              <a:ext cx="12192000" cy="476250"/>
              <a:chOff x="0" y="6381750"/>
              <a:chExt cx="12192000" cy="476250"/>
            </a:xfrm>
            <a:solidFill>
              <a:srgbClr val="C00000"/>
            </a:solidFill>
          </p:grpSpPr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C3EDFE22-777C-4E40-82E4-FD5DB11D8B63}"/>
                  </a:ext>
                </a:extLst>
              </p:cNvPr>
              <p:cNvSpPr/>
              <p:nvPr/>
            </p:nvSpPr>
            <p:spPr>
              <a:xfrm>
                <a:off x="0" y="6381750"/>
                <a:ext cx="12192000" cy="47625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grpSp>
            <p:nvGrpSpPr>
              <p:cNvPr id="4" name="Group 3">
                <a:extLst>
                  <a:ext uri="{FF2B5EF4-FFF2-40B4-BE49-F238E27FC236}">
                    <a16:creationId xmlns:a16="http://schemas.microsoft.com/office/drawing/2014/main" id="{314080B3-0E2C-457A-A722-47CA48E69C19}"/>
                  </a:ext>
                </a:extLst>
              </p:cNvPr>
              <p:cNvGrpSpPr/>
              <p:nvPr/>
            </p:nvGrpSpPr>
            <p:grpSpPr>
              <a:xfrm>
                <a:off x="160089" y="6467143"/>
                <a:ext cx="4087748" cy="273466"/>
                <a:chOff x="4366684" y="2926127"/>
                <a:chExt cx="3278335" cy="2571063"/>
              </a:xfrm>
              <a:grpFill/>
            </p:grpSpPr>
            <p:sp>
              <p:nvSpPr>
                <p:cNvPr id="5" name="Freeform: Shape 4">
                  <a:extLst>
                    <a:ext uri="{FF2B5EF4-FFF2-40B4-BE49-F238E27FC236}">
                      <a16:creationId xmlns:a16="http://schemas.microsoft.com/office/drawing/2014/main" id="{375F0EE2-DB06-4E1C-9F66-EAACEFA99A97}"/>
                    </a:ext>
                  </a:extLst>
                </p:cNvPr>
                <p:cNvSpPr/>
                <p:nvPr/>
              </p:nvSpPr>
              <p:spPr>
                <a:xfrm>
                  <a:off x="4744501" y="2926994"/>
                  <a:ext cx="72212" cy="2394576"/>
                </a:xfrm>
                <a:custGeom>
                  <a:avLst/>
                  <a:gdLst>
                    <a:gd name="connsiteX0" fmla="*/ 0 w 192640"/>
                    <a:gd name="connsiteY0" fmla="*/ 6393351 h 6387957"/>
                    <a:gd name="connsiteX1" fmla="*/ 0 w 192640"/>
                    <a:gd name="connsiteY1" fmla="*/ 0 h 6387957"/>
                    <a:gd name="connsiteX2" fmla="*/ 198034 w 192640"/>
                    <a:gd name="connsiteY2" fmla="*/ 0 h 6387957"/>
                    <a:gd name="connsiteX3" fmla="*/ 198034 w 192640"/>
                    <a:gd name="connsiteY3" fmla="*/ 639335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2640" h="6387957">
                      <a:moveTo>
                        <a:pt x="0" y="6393351"/>
                      </a:moveTo>
                      <a:cubicBezTo>
                        <a:pt x="0" y="4261207"/>
                        <a:pt x="0" y="2132145"/>
                        <a:pt x="0" y="0"/>
                      </a:cubicBezTo>
                      <a:cubicBezTo>
                        <a:pt x="67039" y="0"/>
                        <a:pt x="131766" y="0"/>
                        <a:pt x="198034" y="0"/>
                      </a:cubicBezTo>
                      <a:cubicBezTo>
                        <a:pt x="198034" y="2132145"/>
                        <a:pt x="198034" y="4261207"/>
                        <a:pt x="198034" y="639335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6" name="Freeform: Shape 5">
                  <a:extLst>
                    <a:ext uri="{FF2B5EF4-FFF2-40B4-BE49-F238E27FC236}">
                      <a16:creationId xmlns:a16="http://schemas.microsoft.com/office/drawing/2014/main" id="{175E547C-4DF2-4010-A85D-7C2F6E73C80D}"/>
                    </a:ext>
                  </a:extLst>
                </p:cNvPr>
                <p:cNvSpPr/>
                <p:nvPr/>
              </p:nvSpPr>
              <p:spPr>
                <a:xfrm>
                  <a:off x="4676621" y="2926994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258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2581"/>
                      </a:moveTo>
                      <a:cubicBezTo>
                        <a:pt x="0" y="4261207"/>
                        <a:pt x="0" y="2131374"/>
                        <a:pt x="0" y="0"/>
                      </a:cubicBezTo>
                      <a:cubicBezTo>
                        <a:pt x="34675" y="0"/>
                        <a:pt x="67809" y="0"/>
                        <a:pt x="103255" y="0"/>
                      </a:cubicBezTo>
                      <a:cubicBezTo>
                        <a:pt x="103255" y="2130603"/>
                        <a:pt x="103255" y="4260437"/>
                        <a:pt x="10325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7" name="Freeform: Shape 6">
                  <a:extLst>
                    <a:ext uri="{FF2B5EF4-FFF2-40B4-BE49-F238E27FC236}">
                      <a16:creationId xmlns:a16="http://schemas.microsoft.com/office/drawing/2014/main" id="{3F8BF4F1-A2B9-4C23-BC26-20CA699DD57A}"/>
                    </a:ext>
                  </a:extLst>
                </p:cNvPr>
                <p:cNvSpPr/>
                <p:nvPr/>
              </p:nvSpPr>
              <p:spPr>
                <a:xfrm>
                  <a:off x="5706626" y="2927282"/>
                  <a:ext cx="109764" cy="2394576"/>
                </a:xfrm>
                <a:custGeom>
                  <a:avLst/>
                  <a:gdLst>
                    <a:gd name="connsiteX0" fmla="*/ 0 w 292813"/>
                    <a:gd name="connsiteY0" fmla="*/ 6392581 h 6387957"/>
                    <a:gd name="connsiteX1" fmla="*/ 0 w 292813"/>
                    <a:gd name="connsiteY1" fmla="*/ 0 h 6387957"/>
                    <a:gd name="connsiteX2" fmla="*/ 295125 w 292813"/>
                    <a:gd name="connsiteY2" fmla="*/ 0 h 6387957"/>
                    <a:gd name="connsiteX3" fmla="*/ 295125 w 29281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92813" h="6387957">
                      <a:moveTo>
                        <a:pt x="0" y="6392581"/>
                      </a:moveTo>
                      <a:cubicBezTo>
                        <a:pt x="0" y="4261978"/>
                        <a:pt x="0" y="2132145"/>
                        <a:pt x="0" y="0"/>
                      </a:cubicBezTo>
                      <a:cubicBezTo>
                        <a:pt x="97091" y="0"/>
                        <a:pt x="194952" y="0"/>
                        <a:pt x="295125" y="0"/>
                      </a:cubicBezTo>
                      <a:cubicBezTo>
                        <a:pt x="295125" y="2130603"/>
                        <a:pt x="295125" y="4259666"/>
                        <a:pt x="29512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8" name="Freeform: Shape 7">
                  <a:extLst>
                    <a:ext uri="{FF2B5EF4-FFF2-40B4-BE49-F238E27FC236}">
                      <a16:creationId xmlns:a16="http://schemas.microsoft.com/office/drawing/2014/main" id="{1BB7A337-F067-4346-AD27-97742504B3F6}"/>
                    </a:ext>
                  </a:extLst>
                </p:cNvPr>
                <p:cNvSpPr/>
                <p:nvPr/>
              </p:nvSpPr>
              <p:spPr>
                <a:xfrm>
                  <a:off x="5022376" y="2926994"/>
                  <a:ext cx="75101" cy="2394576"/>
                </a:xfrm>
                <a:custGeom>
                  <a:avLst/>
                  <a:gdLst>
                    <a:gd name="connsiteX0" fmla="*/ 0 w 200346"/>
                    <a:gd name="connsiteY0" fmla="*/ 6392581 h 6387957"/>
                    <a:gd name="connsiteX1" fmla="*/ 0 w 200346"/>
                    <a:gd name="connsiteY1" fmla="*/ 0 h 6387957"/>
                    <a:gd name="connsiteX2" fmla="*/ 201117 w 200346"/>
                    <a:gd name="connsiteY2" fmla="*/ 0 h 6387957"/>
                    <a:gd name="connsiteX3" fmla="*/ 201117 w 200346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00346" h="6387957">
                      <a:moveTo>
                        <a:pt x="0" y="6392581"/>
                      </a:moveTo>
                      <a:cubicBezTo>
                        <a:pt x="0" y="4261207"/>
                        <a:pt x="0" y="2132145"/>
                        <a:pt x="0" y="0"/>
                      </a:cubicBezTo>
                      <a:cubicBezTo>
                        <a:pt x="67039" y="0"/>
                        <a:pt x="133307" y="0"/>
                        <a:pt x="201117" y="0"/>
                      </a:cubicBezTo>
                      <a:cubicBezTo>
                        <a:pt x="201117" y="2131374"/>
                        <a:pt x="201117" y="4260437"/>
                        <a:pt x="201117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9" name="Freeform: Shape 8">
                  <a:extLst>
                    <a:ext uri="{FF2B5EF4-FFF2-40B4-BE49-F238E27FC236}">
                      <a16:creationId xmlns:a16="http://schemas.microsoft.com/office/drawing/2014/main" id="{8E795506-C19E-4D33-8ECE-0DF520B3AEFE}"/>
                    </a:ext>
                  </a:extLst>
                </p:cNvPr>
                <p:cNvSpPr/>
                <p:nvPr/>
              </p:nvSpPr>
              <p:spPr>
                <a:xfrm>
                  <a:off x="4877829" y="2926994"/>
                  <a:ext cx="72212" cy="2394576"/>
                </a:xfrm>
                <a:custGeom>
                  <a:avLst/>
                  <a:gdLst>
                    <a:gd name="connsiteX0" fmla="*/ 0 w 192640"/>
                    <a:gd name="connsiteY0" fmla="*/ 6392581 h 6387957"/>
                    <a:gd name="connsiteX1" fmla="*/ 0 w 192640"/>
                    <a:gd name="connsiteY1" fmla="*/ 0 h 6387957"/>
                    <a:gd name="connsiteX2" fmla="*/ 198805 w 192640"/>
                    <a:gd name="connsiteY2" fmla="*/ 0 h 6387957"/>
                    <a:gd name="connsiteX3" fmla="*/ 198805 w 192640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2640" h="6387957">
                      <a:moveTo>
                        <a:pt x="0" y="6392581"/>
                      </a:moveTo>
                      <a:cubicBezTo>
                        <a:pt x="0" y="4261207"/>
                        <a:pt x="0" y="2131374"/>
                        <a:pt x="0" y="0"/>
                      </a:cubicBezTo>
                      <a:cubicBezTo>
                        <a:pt x="67039" y="0"/>
                        <a:pt x="131766" y="0"/>
                        <a:pt x="198805" y="0"/>
                      </a:cubicBezTo>
                      <a:cubicBezTo>
                        <a:pt x="198805" y="2130603"/>
                        <a:pt x="198805" y="4260437"/>
                        <a:pt x="19880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0" name="Freeform: Shape 9">
                  <a:extLst>
                    <a:ext uri="{FF2B5EF4-FFF2-40B4-BE49-F238E27FC236}">
                      <a16:creationId xmlns:a16="http://schemas.microsoft.com/office/drawing/2014/main" id="{3735ADE9-DFBC-40FF-A853-DDEAE403ED0E}"/>
                    </a:ext>
                  </a:extLst>
                </p:cNvPr>
                <p:cNvSpPr/>
                <p:nvPr/>
              </p:nvSpPr>
              <p:spPr>
                <a:xfrm>
                  <a:off x="4559765" y="2926994"/>
                  <a:ext cx="72212" cy="2394576"/>
                </a:xfrm>
                <a:custGeom>
                  <a:avLst/>
                  <a:gdLst>
                    <a:gd name="connsiteX0" fmla="*/ 0 w 192640"/>
                    <a:gd name="connsiteY0" fmla="*/ 6393351 h 6387957"/>
                    <a:gd name="connsiteX1" fmla="*/ 0 w 192640"/>
                    <a:gd name="connsiteY1" fmla="*/ 0 h 6387957"/>
                    <a:gd name="connsiteX2" fmla="*/ 198034 w 192640"/>
                    <a:gd name="connsiteY2" fmla="*/ 0 h 6387957"/>
                    <a:gd name="connsiteX3" fmla="*/ 198034 w 192640"/>
                    <a:gd name="connsiteY3" fmla="*/ 639335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2640" h="6387957">
                      <a:moveTo>
                        <a:pt x="0" y="6393351"/>
                      </a:moveTo>
                      <a:cubicBezTo>
                        <a:pt x="0" y="4261207"/>
                        <a:pt x="0" y="2132145"/>
                        <a:pt x="0" y="0"/>
                      </a:cubicBezTo>
                      <a:cubicBezTo>
                        <a:pt x="67039" y="0"/>
                        <a:pt x="131766" y="0"/>
                        <a:pt x="198034" y="0"/>
                      </a:cubicBezTo>
                      <a:cubicBezTo>
                        <a:pt x="198034" y="2132145"/>
                        <a:pt x="198034" y="4261207"/>
                        <a:pt x="198034" y="639335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1" name="Freeform: Shape 10">
                  <a:extLst>
                    <a:ext uri="{FF2B5EF4-FFF2-40B4-BE49-F238E27FC236}">
                      <a16:creationId xmlns:a16="http://schemas.microsoft.com/office/drawing/2014/main" id="{45B816DB-E16D-434D-9DDC-1E4BB22E411A}"/>
                    </a:ext>
                  </a:extLst>
                </p:cNvPr>
                <p:cNvSpPr/>
                <p:nvPr/>
              </p:nvSpPr>
              <p:spPr>
                <a:xfrm>
                  <a:off x="4433987" y="2926705"/>
                  <a:ext cx="37550" cy="2567886"/>
                </a:xfrm>
                <a:custGeom>
                  <a:avLst/>
                  <a:gdLst>
                    <a:gd name="connsiteX0" fmla="*/ 0 w 100173"/>
                    <a:gd name="connsiteY0" fmla="*/ 6854918 h 6850294"/>
                    <a:gd name="connsiteX1" fmla="*/ 0 w 100173"/>
                    <a:gd name="connsiteY1" fmla="*/ 0 h 6850294"/>
                    <a:gd name="connsiteX2" fmla="*/ 103255 w 100173"/>
                    <a:gd name="connsiteY2" fmla="*/ 0 h 6850294"/>
                    <a:gd name="connsiteX3" fmla="*/ 103255 w 100173"/>
                    <a:gd name="connsiteY3" fmla="*/ 6854918 h 68502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850294">
                      <a:moveTo>
                        <a:pt x="0" y="6854918"/>
                      </a:moveTo>
                      <a:cubicBezTo>
                        <a:pt x="0" y="4570202"/>
                        <a:pt x="0" y="2286257"/>
                        <a:pt x="0" y="0"/>
                      </a:cubicBezTo>
                      <a:cubicBezTo>
                        <a:pt x="34675" y="0"/>
                        <a:pt x="67809" y="0"/>
                        <a:pt x="103255" y="0"/>
                      </a:cubicBezTo>
                      <a:cubicBezTo>
                        <a:pt x="103255" y="2284716"/>
                        <a:pt x="103255" y="4567891"/>
                        <a:pt x="103255" y="6854918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2" name="Freeform: Shape 11">
                  <a:extLst>
                    <a:ext uri="{FF2B5EF4-FFF2-40B4-BE49-F238E27FC236}">
                      <a16:creationId xmlns:a16="http://schemas.microsoft.com/office/drawing/2014/main" id="{D5D6C9B3-F26D-4538-B939-0107B961839D}"/>
                    </a:ext>
                  </a:extLst>
                </p:cNvPr>
                <p:cNvSpPr/>
                <p:nvPr/>
              </p:nvSpPr>
              <p:spPr>
                <a:xfrm>
                  <a:off x="4366684" y="2927282"/>
                  <a:ext cx="37550" cy="2567886"/>
                </a:xfrm>
                <a:custGeom>
                  <a:avLst/>
                  <a:gdLst>
                    <a:gd name="connsiteX0" fmla="*/ 0 w 100173"/>
                    <a:gd name="connsiteY0" fmla="*/ 6854148 h 6850294"/>
                    <a:gd name="connsiteX1" fmla="*/ 0 w 100173"/>
                    <a:gd name="connsiteY1" fmla="*/ 0 h 6850294"/>
                    <a:gd name="connsiteX2" fmla="*/ 103255 w 100173"/>
                    <a:gd name="connsiteY2" fmla="*/ 0 h 6850294"/>
                    <a:gd name="connsiteX3" fmla="*/ 103255 w 100173"/>
                    <a:gd name="connsiteY3" fmla="*/ 6854918 h 68502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850294">
                      <a:moveTo>
                        <a:pt x="0" y="6854148"/>
                      </a:moveTo>
                      <a:cubicBezTo>
                        <a:pt x="0" y="4569432"/>
                        <a:pt x="0" y="2286257"/>
                        <a:pt x="0" y="0"/>
                      </a:cubicBezTo>
                      <a:cubicBezTo>
                        <a:pt x="33905" y="0"/>
                        <a:pt x="67809" y="0"/>
                        <a:pt x="103255" y="0"/>
                      </a:cubicBezTo>
                      <a:cubicBezTo>
                        <a:pt x="103255" y="2285486"/>
                        <a:pt x="103255" y="4568661"/>
                        <a:pt x="103255" y="6854918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3" name="Freeform: Shape 12">
                  <a:extLst>
                    <a:ext uri="{FF2B5EF4-FFF2-40B4-BE49-F238E27FC236}">
                      <a16:creationId xmlns:a16="http://schemas.microsoft.com/office/drawing/2014/main" id="{EC07D1C9-009A-483F-95D8-AE22DC2CD8D8}"/>
                    </a:ext>
                  </a:extLst>
                </p:cNvPr>
                <p:cNvSpPr/>
                <p:nvPr/>
              </p:nvSpPr>
              <p:spPr>
                <a:xfrm>
                  <a:off x="5957386" y="2926705"/>
                  <a:ext cx="37550" cy="2567886"/>
                </a:xfrm>
                <a:custGeom>
                  <a:avLst/>
                  <a:gdLst>
                    <a:gd name="connsiteX0" fmla="*/ 0 w 100173"/>
                    <a:gd name="connsiteY0" fmla="*/ 6854918 h 6850294"/>
                    <a:gd name="connsiteX1" fmla="*/ 0 w 100173"/>
                    <a:gd name="connsiteY1" fmla="*/ 0 h 6850294"/>
                    <a:gd name="connsiteX2" fmla="*/ 103255 w 100173"/>
                    <a:gd name="connsiteY2" fmla="*/ 0 h 6850294"/>
                    <a:gd name="connsiteX3" fmla="*/ 103255 w 100173"/>
                    <a:gd name="connsiteY3" fmla="*/ 6854918 h 68502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850294">
                      <a:moveTo>
                        <a:pt x="0" y="6854918"/>
                      </a:moveTo>
                      <a:cubicBezTo>
                        <a:pt x="0" y="4570202"/>
                        <a:pt x="0" y="2286257"/>
                        <a:pt x="0" y="0"/>
                      </a:cubicBezTo>
                      <a:cubicBezTo>
                        <a:pt x="34675" y="0"/>
                        <a:pt x="67809" y="0"/>
                        <a:pt x="103255" y="0"/>
                      </a:cubicBezTo>
                      <a:cubicBezTo>
                        <a:pt x="103255" y="2283945"/>
                        <a:pt x="103255" y="4567891"/>
                        <a:pt x="103255" y="6854918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4" name="Freeform: Shape 13">
                  <a:extLst>
                    <a:ext uri="{FF2B5EF4-FFF2-40B4-BE49-F238E27FC236}">
                      <a16:creationId xmlns:a16="http://schemas.microsoft.com/office/drawing/2014/main" id="{F54B353B-E09D-4957-842E-D8AD4D49A921}"/>
                    </a:ext>
                  </a:extLst>
                </p:cNvPr>
                <p:cNvSpPr/>
                <p:nvPr/>
              </p:nvSpPr>
              <p:spPr>
                <a:xfrm>
                  <a:off x="6024689" y="2926127"/>
                  <a:ext cx="37550" cy="2567886"/>
                </a:xfrm>
                <a:custGeom>
                  <a:avLst/>
                  <a:gdLst>
                    <a:gd name="connsiteX0" fmla="*/ 0 w 100173"/>
                    <a:gd name="connsiteY0" fmla="*/ 6857230 h 6850294"/>
                    <a:gd name="connsiteX1" fmla="*/ 0 w 100173"/>
                    <a:gd name="connsiteY1" fmla="*/ 0 h 6850294"/>
                    <a:gd name="connsiteX2" fmla="*/ 52398 w 100173"/>
                    <a:gd name="connsiteY2" fmla="*/ 0 h 6850294"/>
                    <a:gd name="connsiteX3" fmla="*/ 103255 w 100173"/>
                    <a:gd name="connsiteY3" fmla="*/ 0 h 6850294"/>
                    <a:gd name="connsiteX4" fmla="*/ 103255 w 100173"/>
                    <a:gd name="connsiteY4" fmla="*/ 6857230 h 68502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00173" h="6850294">
                      <a:moveTo>
                        <a:pt x="0" y="6857230"/>
                      </a:moveTo>
                      <a:cubicBezTo>
                        <a:pt x="0" y="4572514"/>
                        <a:pt x="0" y="2288569"/>
                        <a:pt x="0" y="0"/>
                      </a:cubicBezTo>
                      <a:cubicBezTo>
                        <a:pt x="17723" y="0"/>
                        <a:pt x="34675" y="0"/>
                        <a:pt x="52398" y="0"/>
                      </a:cubicBezTo>
                      <a:cubicBezTo>
                        <a:pt x="68580" y="0"/>
                        <a:pt x="84762" y="0"/>
                        <a:pt x="103255" y="0"/>
                      </a:cubicBezTo>
                      <a:cubicBezTo>
                        <a:pt x="103255" y="2287798"/>
                        <a:pt x="103255" y="4571743"/>
                        <a:pt x="103255" y="6857230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5" name="Freeform: Shape 14">
                  <a:extLst>
                    <a:ext uri="{FF2B5EF4-FFF2-40B4-BE49-F238E27FC236}">
                      <a16:creationId xmlns:a16="http://schemas.microsoft.com/office/drawing/2014/main" id="{C60F81BD-F891-48DF-8E0D-BDC05CBC7452}"/>
                    </a:ext>
                  </a:extLst>
                </p:cNvPr>
                <p:cNvSpPr/>
                <p:nvPr/>
              </p:nvSpPr>
              <p:spPr>
                <a:xfrm>
                  <a:off x="5890084" y="2926994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2581 h 6387957"/>
                    <a:gd name="connsiteX1" fmla="*/ 0 w 100173"/>
                    <a:gd name="connsiteY1" fmla="*/ 0 h 6387957"/>
                    <a:gd name="connsiteX2" fmla="*/ 101714 w 100173"/>
                    <a:gd name="connsiteY2" fmla="*/ 0 h 6387957"/>
                    <a:gd name="connsiteX3" fmla="*/ 101714 w 10017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2581"/>
                      </a:moveTo>
                      <a:cubicBezTo>
                        <a:pt x="0" y="4262748"/>
                        <a:pt x="0" y="2132145"/>
                        <a:pt x="0" y="0"/>
                      </a:cubicBezTo>
                      <a:cubicBezTo>
                        <a:pt x="33904" y="0"/>
                        <a:pt x="67039" y="0"/>
                        <a:pt x="101714" y="0"/>
                      </a:cubicBezTo>
                      <a:cubicBezTo>
                        <a:pt x="101714" y="2130603"/>
                        <a:pt x="101714" y="4260437"/>
                        <a:pt x="101714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6" name="Freeform: Shape 15">
                  <a:extLst>
                    <a:ext uri="{FF2B5EF4-FFF2-40B4-BE49-F238E27FC236}">
                      <a16:creationId xmlns:a16="http://schemas.microsoft.com/office/drawing/2014/main" id="{09F9B5B4-A975-4BC1-A4E4-F4869117A798}"/>
                    </a:ext>
                  </a:extLst>
                </p:cNvPr>
                <p:cNvSpPr/>
                <p:nvPr/>
              </p:nvSpPr>
              <p:spPr>
                <a:xfrm>
                  <a:off x="6091991" y="2926994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335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335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3351"/>
                      </a:moveTo>
                      <a:cubicBezTo>
                        <a:pt x="0" y="4261978"/>
                        <a:pt x="0" y="2132915"/>
                        <a:pt x="0" y="0"/>
                      </a:cubicBezTo>
                      <a:cubicBezTo>
                        <a:pt x="34675" y="0"/>
                        <a:pt x="67809" y="0"/>
                        <a:pt x="103255" y="0"/>
                      </a:cubicBezTo>
                      <a:cubicBezTo>
                        <a:pt x="103255" y="2131374"/>
                        <a:pt x="103255" y="4261207"/>
                        <a:pt x="103255" y="639335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7" name="Freeform: Shape 16">
                  <a:extLst>
                    <a:ext uri="{FF2B5EF4-FFF2-40B4-BE49-F238E27FC236}">
                      <a16:creationId xmlns:a16="http://schemas.microsoft.com/office/drawing/2014/main" id="{F0F04A50-70C0-4152-B892-712F604BB364}"/>
                    </a:ext>
                  </a:extLst>
                </p:cNvPr>
                <p:cNvSpPr/>
                <p:nvPr/>
              </p:nvSpPr>
              <p:spPr>
                <a:xfrm>
                  <a:off x="7139759" y="2926994"/>
                  <a:ext cx="109764" cy="2394576"/>
                </a:xfrm>
                <a:custGeom>
                  <a:avLst/>
                  <a:gdLst>
                    <a:gd name="connsiteX0" fmla="*/ 0 w 292813"/>
                    <a:gd name="connsiteY0" fmla="*/ 6393351 h 6387957"/>
                    <a:gd name="connsiteX1" fmla="*/ 0 w 292813"/>
                    <a:gd name="connsiteY1" fmla="*/ 0 h 6387957"/>
                    <a:gd name="connsiteX2" fmla="*/ 295125 w 292813"/>
                    <a:gd name="connsiteY2" fmla="*/ 0 h 6387957"/>
                    <a:gd name="connsiteX3" fmla="*/ 295125 w 292813"/>
                    <a:gd name="connsiteY3" fmla="*/ 639335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92813" h="6387957">
                      <a:moveTo>
                        <a:pt x="0" y="6393351"/>
                      </a:moveTo>
                      <a:cubicBezTo>
                        <a:pt x="0" y="4261207"/>
                        <a:pt x="0" y="2131374"/>
                        <a:pt x="0" y="0"/>
                      </a:cubicBezTo>
                      <a:cubicBezTo>
                        <a:pt x="99403" y="0"/>
                        <a:pt x="196493" y="0"/>
                        <a:pt x="295125" y="0"/>
                      </a:cubicBezTo>
                      <a:cubicBezTo>
                        <a:pt x="295125" y="2132145"/>
                        <a:pt x="295125" y="4261207"/>
                        <a:pt x="295125" y="639335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8" name="Freeform: Shape 17">
                  <a:extLst>
                    <a:ext uri="{FF2B5EF4-FFF2-40B4-BE49-F238E27FC236}">
                      <a16:creationId xmlns:a16="http://schemas.microsoft.com/office/drawing/2014/main" id="{71D9C88D-AEA2-48F6-AF2B-D383D97E3535}"/>
                    </a:ext>
                  </a:extLst>
                </p:cNvPr>
                <p:cNvSpPr/>
                <p:nvPr/>
              </p:nvSpPr>
              <p:spPr>
                <a:xfrm>
                  <a:off x="7280788" y="2926994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258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2581"/>
                      </a:moveTo>
                      <a:cubicBezTo>
                        <a:pt x="0" y="4261207"/>
                        <a:pt x="0" y="2131374"/>
                        <a:pt x="0" y="0"/>
                      </a:cubicBezTo>
                      <a:cubicBezTo>
                        <a:pt x="34675" y="0"/>
                        <a:pt x="67809" y="0"/>
                        <a:pt x="103255" y="0"/>
                      </a:cubicBezTo>
                      <a:cubicBezTo>
                        <a:pt x="103255" y="2130603"/>
                        <a:pt x="103255" y="4260437"/>
                        <a:pt x="10325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9" name="Freeform: Shape 18">
                  <a:extLst>
                    <a:ext uri="{FF2B5EF4-FFF2-40B4-BE49-F238E27FC236}">
                      <a16:creationId xmlns:a16="http://schemas.microsoft.com/office/drawing/2014/main" id="{AB8EEA47-0851-4500-8CE0-169E98978C2E}"/>
                    </a:ext>
                  </a:extLst>
                </p:cNvPr>
                <p:cNvSpPr/>
                <p:nvPr/>
              </p:nvSpPr>
              <p:spPr>
                <a:xfrm>
                  <a:off x="7349773" y="2926994"/>
                  <a:ext cx="109764" cy="2394576"/>
                </a:xfrm>
                <a:custGeom>
                  <a:avLst/>
                  <a:gdLst>
                    <a:gd name="connsiteX0" fmla="*/ 0 w 292813"/>
                    <a:gd name="connsiteY0" fmla="*/ 6393351 h 6387957"/>
                    <a:gd name="connsiteX1" fmla="*/ 0 w 292813"/>
                    <a:gd name="connsiteY1" fmla="*/ 0 h 6387957"/>
                    <a:gd name="connsiteX2" fmla="*/ 295125 w 292813"/>
                    <a:gd name="connsiteY2" fmla="*/ 0 h 6387957"/>
                    <a:gd name="connsiteX3" fmla="*/ 295125 w 292813"/>
                    <a:gd name="connsiteY3" fmla="*/ 639335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92813" h="6387957">
                      <a:moveTo>
                        <a:pt x="0" y="6393351"/>
                      </a:moveTo>
                      <a:cubicBezTo>
                        <a:pt x="0" y="4261207"/>
                        <a:pt x="0" y="2132145"/>
                        <a:pt x="0" y="0"/>
                      </a:cubicBezTo>
                      <a:cubicBezTo>
                        <a:pt x="99402" y="0"/>
                        <a:pt x="195722" y="0"/>
                        <a:pt x="295125" y="0"/>
                      </a:cubicBezTo>
                      <a:cubicBezTo>
                        <a:pt x="295125" y="2132145"/>
                        <a:pt x="295125" y="4261207"/>
                        <a:pt x="295125" y="639335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20" name="Freeform: Shape 19">
                  <a:extLst>
                    <a:ext uri="{FF2B5EF4-FFF2-40B4-BE49-F238E27FC236}">
                      <a16:creationId xmlns:a16="http://schemas.microsoft.com/office/drawing/2014/main" id="{99CB024E-C751-4D3B-A1FC-DB08068B1DB8}"/>
                    </a:ext>
                  </a:extLst>
                </p:cNvPr>
                <p:cNvSpPr/>
                <p:nvPr/>
              </p:nvSpPr>
              <p:spPr>
                <a:xfrm>
                  <a:off x="7548511" y="2927282"/>
                  <a:ext cx="41911" cy="2569908"/>
                </a:xfrm>
                <a:custGeom>
                  <a:avLst/>
                  <a:gdLst>
                    <a:gd name="connsiteX0" fmla="*/ 0 w 115584"/>
                    <a:gd name="connsiteY0" fmla="*/ 6753975 h 6850294"/>
                    <a:gd name="connsiteX1" fmla="*/ 13099 w 115584"/>
                    <a:gd name="connsiteY1" fmla="*/ 0 h 6850294"/>
                    <a:gd name="connsiteX2" fmla="*/ 118666 w 115584"/>
                    <a:gd name="connsiteY2" fmla="*/ 0 h 6850294"/>
                    <a:gd name="connsiteX3" fmla="*/ 118666 w 115584"/>
                    <a:gd name="connsiteY3" fmla="*/ 6855688 h 6850294"/>
                    <a:gd name="connsiteX0" fmla="*/ 0 w 111805"/>
                    <a:gd name="connsiteY0" fmla="*/ 6836322 h 6855688"/>
                    <a:gd name="connsiteX1" fmla="*/ 6237 w 111805"/>
                    <a:gd name="connsiteY1" fmla="*/ 0 h 6855688"/>
                    <a:gd name="connsiteX2" fmla="*/ 111804 w 111805"/>
                    <a:gd name="connsiteY2" fmla="*/ 0 h 6855688"/>
                    <a:gd name="connsiteX3" fmla="*/ 111804 w 111805"/>
                    <a:gd name="connsiteY3" fmla="*/ 6855688 h 6855688"/>
                    <a:gd name="connsiteX0" fmla="*/ 0 w 111804"/>
                    <a:gd name="connsiteY0" fmla="*/ 6853478 h 6855688"/>
                    <a:gd name="connsiteX1" fmla="*/ 6237 w 111804"/>
                    <a:gd name="connsiteY1" fmla="*/ 0 h 6855688"/>
                    <a:gd name="connsiteX2" fmla="*/ 111804 w 111804"/>
                    <a:gd name="connsiteY2" fmla="*/ 0 h 6855688"/>
                    <a:gd name="connsiteX3" fmla="*/ 111804 w 111804"/>
                    <a:gd name="connsiteY3" fmla="*/ 6855688 h 68556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11804" h="6855688">
                      <a:moveTo>
                        <a:pt x="0" y="6853478"/>
                      </a:moveTo>
                      <a:cubicBezTo>
                        <a:pt x="14640" y="4603437"/>
                        <a:pt x="3155" y="2253123"/>
                        <a:pt x="6237" y="0"/>
                      </a:cubicBezTo>
                      <a:lnTo>
                        <a:pt x="111804" y="0"/>
                      </a:lnTo>
                      <a:lnTo>
                        <a:pt x="111804" y="6855688"/>
                      </a:ln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21" name="Freeform: Shape 20">
                  <a:extLst>
                    <a:ext uri="{FF2B5EF4-FFF2-40B4-BE49-F238E27FC236}">
                      <a16:creationId xmlns:a16="http://schemas.microsoft.com/office/drawing/2014/main" id="{1BDA8D11-4AAC-43CC-B408-A388F56971AF}"/>
                    </a:ext>
                  </a:extLst>
                </p:cNvPr>
                <p:cNvSpPr/>
                <p:nvPr/>
              </p:nvSpPr>
              <p:spPr>
                <a:xfrm>
                  <a:off x="7485249" y="2926994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258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2581"/>
                      </a:moveTo>
                      <a:cubicBezTo>
                        <a:pt x="0" y="4261207"/>
                        <a:pt x="0" y="2131374"/>
                        <a:pt x="0" y="0"/>
                      </a:cubicBezTo>
                      <a:cubicBezTo>
                        <a:pt x="34675" y="0"/>
                        <a:pt x="67809" y="0"/>
                        <a:pt x="103255" y="0"/>
                      </a:cubicBezTo>
                      <a:cubicBezTo>
                        <a:pt x="103255" y="2130603"/>
                        <a:pt x="103255" y="4260437"/>
                        <a:pt x="10325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22" name="Freeform: Shape 21">
                  <a:extLst>
                    <a:ext uri="{FF2B5EF4-FFF2-40B4-BE49-F238E27FC236}">
                      <a16:creationId xmlns:a16="http://schemas.microsoft.com/office/drawing/2014/main" id="{3EE00667-7B8F-4892-BF72-8EA3745153E0}"/>
                    </a:ext>
                  </a:extLst>
                </p:cNvPr>
                <p:cNvSpPr/>
                <p:nvPr/>
              </p:nvSpPr>
              <p:spPr>
                <a:xfrm>
                  <a:off x="7616134" y="2926994"/>
                  <a:ext cx="28885" cy="2567886"/>
                </a:xfrm>
                <a:custGeom>
                  <a:avLst/>
                  <a:gdLst>
                    <a:gd name="connsiteX0" fmla="*/ 0 w 77056"/>
                    <a:gd name="connsiteY0" fmla="*/ 6854918 h 6850294"/>
                    <a:gd name="connsiteX1" fmla="*/ 0 w 77056"/>
                    <a:gd name="connsiteY1" fmla="*/ 0 h 6850294"/>
                    <a:gd name="connsiteX2" fmla="*/ 78597 w 77056"/>
                    <a:gd name="connsiteY2" fmla="*/ 0 h 6850294"/>
                    <a:gd name="connsiteX3" fmla="*/ 78597 w 77056"/>
                    <a:gd name="connsiteY3" fmla="*/ 6854918 h 68502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7056" h="6850294">
                      <a:moveTo>
                        <a:pt x="0" y="6854918"/>
                      </a:moveTo>
                      <a:cubicBezTo>
                        <a:pt x="0" y="4570202"/>
                        <a:pt x="0" y="2286257"/>
                        <a:pt x="0" y="0"/>
                      </a:cubicBezTo>
                      <a:cubicBezTo>
                        <a:pt x="25428" y="0"/>
                        <a:pt x="50087" y="0"/>
                        <a:pt x="78597" y="0"/>
                      </a:cubicBezTo>
                      <a:cubicBezTo>
                        <a:pt x="78597" y="2283175"/>
                        <a:pt x="78597" y="4566350"/>
                        <a:pt x="78597" y="6854918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23" name="Freeform: Shape 22">
                  <a:extLst>
                    <a:ext uri="{FF2B5EF4-FFF2-40B4-BE49-F238E27FC236}">
                      <a16:creationId xmlns:a16="http://schemas.microsoft.com/office/drawing/2014/main" id="{902A81A6-28D8-4522-B490-B37A255B8416}"/>
                    </a:ext>
                  </a:extLst>
                </p:cNvPr>
                <p:cNvSpPr/>
                <p:nvPr/>
              </p:nvSpPr>
              <p:spPr>
                <a:xfrm>
                  <a:off x="6838507" y="2926994"/>
                  <a:ext cx="109764" cy="2394576"/>
                </a:xfrm>
                <a:custGeom>
                  <a:avLst/>
                  <a:gdLst>
                    <a:gd name="connsiteX0" fmla="*/ 0 w 292813"/>
                    <a:gd name="connsiteY0" fmla="*/ 6393351 h 6387957"/>
                    <a:gd name="connsiteX1" fmla="*/ 0 w 292813"/>
                    <a:gd name="connsiteY1" fmla="*/ 0 h 6387957"/>
                    <a:gd name="connsiteX2" fmla="*/ 295125 w 292813"/>
                    <a:gd name="connsiteY2" fmla="*/ 0 h 6387957"/>
                    <a:gd name="connsiteX3" fmla="*/ 295125 w 292813"/>
                    <a:gd name="connsiteY3" fmla="*/ 639335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92813" h="6387957">
                      <a:moveTo>
                        <a:pt x="0" y="6393351"/>
                      </a:moveTo>
                      <a:cubicBezTo>
                        <a:pt x="0" y="4261207"/>
                        <a:pt x="0" y="2131374"/>
                        <a:pt x="0" y="0"/>
                      </a:cubicBezTo>
                      <a:cubicBezTo>
                        <a:pt x="99403" y="0"/>
                        <a:pt x="196493" y="0"/>
                        <a:pt x="295125" y="0"/>
                      </a:cubicBezTo>
                      <a:cubicBezTo>
                        <a:pt x="295125" y="2132145"/>
                        <a:pt x="295125" y="4261207"/>
                        <a:pt x="295125" y="639335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24" name="Freeform: Shape 23">
                  <a:extLst>
                    <a:ext uri="{FF2B5EF4-FFF2-40B4-BE49-F238E27FC236}">
                      <a16:creationId xmlns:a16="http://schemas.microsoft.com/office/drawing/2014/main" id="{2A569EB6-2490-40DF-9A4A-639E65D35F5C}"/>
                    </a:ext>
                  </a:extLst>
                </p:cNvPr>
                <p:cNvSpPr/>
                <p:nvPr/>
              </p:nvSpPr>
              <p:spPr>
                <a:xfrm>
                  <a:off x="6980994" y="2927282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258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2581"/>
                      </a:moveTo>
                      <a:cubicBezTo>
                        <a:pt x="0" y="4261978"/>
                        <a:pt x="0" y="2132145"/>
                        <a:pt x="0" y="0"/>
                      </a:cubicBezTo>
                      <a:cubicBezTo>
                        <a:pt x="33904" y="0"/>
                        <a:pt x="67809" y="0"/>
                        <a:pt x="103255" y="0"/>
                      </a:cubicBezTo>
                      <a:cubicBezTo>
                        <a:pt x="103255" y="2130603"/>
                        <a:pt x="103255" y="4258895"/>
                        <a:pt x="10325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25" name="Freeform: Shape 24">
                  <a:extLst>
                    <a:ext uri="{FF2B5EF4-FFF2-40B4-BE49-F238E27FC236}">
                      <a16:creationId xmlns:a16="http://schemas.microsoft.com/office/drawing/2014/main" id="{7DC04B7B-FFF7-4CAC-BF2B-7AF98E950FE2}"/>
                    </a:ext>
                  </a:extLst>
                </p:cNvPr>
                <p:cNvSpPr/>
                <p:nvPr/>
              </p:nvSpPr>
              <p:spPr>
                <a:xfrm>
                  <a:off x="7065051" y="2926994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258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2581"/>
                      </a:moveTo>
                      <a:cubicBezTo>
                        <a:pt x="0" y="4261978"/>
                        <a:pt x="0" y="2132145"/>
                        <a:pt x="0" y="0"/>
                      </a:cubicBezTo>
                      <a:cubicBezTo>
                        <a:pt x="33904" y="0"/>
                        <a:pt x="67809" y="0"/>
                        <a:pt x="103255" y="0"/>
                      </a:cubicBezTo>
                      <a:cubicBezTo>
                        <a:pt x="103255" y="2130603"/>
                        <a:pt x="103255" y="4258895"/>
                        <a:pt x="10325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26" name="Freeform: Shape 25">
                  <a:extLst>
                    <a:ext uri="{FF2B5EF4-FFF2-40B4-BE49-F238E27FC236}">
                      <a16:creationId xmlns:a16="http://schemas.microsoft.com/office/drawing/2014/main" id="{99FD279C-9B71-46A5-9519-57C2FDE43882}"/>
                    </a:ext>
                  </a:extLst>
                </p:cNvPr>
                <p:cNvSpPr/>
                <p:nvPr/>
              </p:nvSpPr>
              <p:spPr>
                <a:xfrm>
                  <a:off x="6754449" y="2926127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258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2581"/>
                      </a:moveTo>
                      <a:cubicBezTo>
                        <a:pt x="0" y="4261978"/>
                        <a:pt x="0" y="2132145"/>
                        <a:pt x="0" y="0"/>
                      </a:cubicBezTo>
                      <a:cubicBezTo>
                        <a:pt x="33905" y="0"/>
                        <a:pt x="67810" y="0"/>
                        <a:pt x="103255" y="0"/>
                      </a:cubicBezTo>
                      <a:cubicBezTo>
                        <a:pt x="103255" y="2131374"/>
                        <a:pt x="103255" y="4260436"/>
                        <a:pt x="10325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27" name="Freeform: Shape 26">
                  <a:extLst>
                    <a:ext uri="{FF2B5EF4-FFF2-40B4-BE49-F238E27FC236}">
                      <a16:creationId xmlns:a16="http://schemas.microsoft.com/office/drawing/2014/main" id="{E77F362F-1E3A-429A-8A7A-092562BB2825}"/>
                    </a:ext>
                  </a:extLst>
                </p:cNvPr>
                <p:cNvSpPr/>
                <p:nvPr/>
              </p:nvSpPr>
              <p:spPr>
                <a:xfrm>
                  <a:off x="6334914" y="2927282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335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335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3351"/>
                      </a:moveTo>
                      <a:cubicBezTo>
                        <a:pt x="0" y="4262748"/>
                        <a:pt x="0" y="2132915"/>
                        <a:pt x="0" y="0"/>
                      </a:cubicBezTo>
                      <a:cubicBezTo>
                        <a:pt x="33904" y="0"/>
                        <a:pt x="67809" y="0"/>
                        <a:pt x="103255" y="0"/>
                      </a:cubicBezTo>
                      <a:cubicBezTo>
                        <a:pt x="103255" y="2131374"/>
                        <a:pt x="103255" y="4260436"/>
                        <a:pt x="103255" y="639335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28" name="Freeform: Shape 27">
                  <a:extLst>
                    <a:ext uri="{FF2B5EF4-FFF2-40B4-BE49-F238E27FC236}">
                      <a16:creationId xmlns:a16="http://schemas.microsoft.com/office/drawing/2014/main" id="{BA25F615-E11E-4379-BA54-9819ACDC6FD8}"/>
                    </a:ext>
                  </a:extLst>
                </p:cNvPr>
                <p:cNvSpPr/>
                <p:nvPr/>
              </p:nvSpPr>
              <p:spPr>
                <a:xfrm>
                  <a:off x="6159871" y="2926127"/>
                  <a:ext cx="37550" cy="2397464"/>
                </a:xfrm>
                <a:custGeom>
                  <a:avLst/>
                  <a:gdLst>
                    <a:gd name="connsiteX0" fmla="*/ 0 w 100173"/>
                    <a:gd name="connsiteY0" fmla="*/ 6395663 h 6395662"/>
                    <a:gd name="connsiteX1" fmla="*/ 0 w 100173"/>
                    <a:gd name="connsiteY1" fmla="*/ 0 h 6395662"/>
                    <a:gd name="connsiteX2" fmla="*/ 52398 w 100173"/>
                    <a:gd name="connsiteY2" fmla="*/ 0 h 6395662"/>
                    <a:gd name="connsiteX3" fmla="*/ 103255 w 100173"/>
                    <a:gd name="connsiteY3" fmla="*/ 0 h 6395662"/>
                    <a:gd name="connsiteX4" fmla="*/ 103255 w 100173"/>
                    <a:gd name="connsiteY4" fmla="*/ 6395663 h 63956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00173" h="6395662">
                      <a:moveTo>
                        <a:pt x="0" y="6395663"/>
                      </a:moveTo>
                      <a:cubicBezTo>
                        <a:pt x="0" y="4265060"/>
                        <a:pt x="0" y="2135227"/>
                        <a:pt x="0" y="0"/>
                      </a:cubicBezTo>
                      <a:cubicBezTo>
                        <a:pt x="17723" y="0"/>
                        <a:pt x="34675" y="0"/>
                        <a:pt x="52398" y="0"/>
                      </a:cubicBezTo>
                      <a:cubicBezTo>
                        <a:pt x="68580" y="0"/>
                        <a:pt x="84762" y="0"/>
                        <a:pt x="103255" y="0"/>
                      </a:cubicBezTo>
                      <a:cubicBezTo>
                        <a:pt x="103255" y="2132915"/>
                        <a:pt x="103255" y="4261977"/>
                        <a:pt x="103255" y="6395663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29" name="Freeform: Shape 28">
                  <a:extLst>
                    <a:ext uri="{FF2B5EF4-FFF2-40B4-BE49-F238E27FC236}">
                      <a16:creationId xmlns:a16="http://schemas.microsoft.com/office/drawing/2014/main" id="{43767ECE-21FE-4B4C-89B1-0E19BEADDA56}"/>
                    </a:ext>
                  </a:extLst>
                </p:cNvPr>
                <p:cNvSpPr/>
                <p:nvPr/>
              </p:nvSpPr>
              <p:spPr>
                <a:xfrm>
                  <a:off x="6231712" y="2926127"/>
                  <a:ext cx="72212" cy="2394576"/>
                </a:xfrm>
                <a:custGeom>
                  <a:avLst/>
                  <a:gdLst>
                    <a:gd name="connsiteX0" fmla="*/ 0 w 192640"/>
                    <a:gd name="connsiteY0" fmla="*/ 6392581 h 6387957"/>
                    <a:gd name="connsiteX1" fmla="*/ 0 w 192640"/>
                    <a:gd name="connsiteY1" fmla="*/ 0 h 6387957"/>
                    <a:gd name="connsiteX2" fmla="*/ 198805 w 192640"/>
                    <a:gd name="connsiteY2" fmla="*/ 0 h 6387957"/>
                    <a:gd name="connsiteX3" fmla="*/ 198805 w 192640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2640" h="6387957">
                      <a:moveTo>
                        <a:pt x="0" y="6392581"/>
                      </a:moveTo>
                      <a:cubicBezTo>
                        <a:pt x="0" y="4261207"/>
                        <a:pt x="0" y="2132145"/>
                        <a:pt x="0" y="0"/>
                      </a:cubicBezTo>
                      <a:cubicBezTo>
                        <a:pt x="66268" y="0"/>
                        <a:pt x="131766" y="0"/>
                        <a:pt x="198805" y="0"/>
                      </a:cubicBezTo>
                      <a:cubicBezTo>
                        <a:pt x="198805" y="2131374"/>
                        <a:pt x="198805" y="4261207"/>
                        <a:pt x="19880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30" name="Freeform: Shape 29">
                  <a:extLst>
                    <a:ext uri="{FF2B5EF4-FFF2-40B4-BE49-F238E27FC236}">
                      <a16:creationId xmlns:a16="http://schemas.microsoft.com/office/drawing/2014/main" id="{E117A468-C0B3-46FD-8EC1-6AE134264BA0}"/>
                    </a:ext>
                  </a:extLst>
                </p:cNvPr>
                <p:cNvSpPr/>
                <p:nvPr/>
              </p:nvSpPr>
              <p:spPr>
                <a:xfrm>
                  <a:off x="6598401" y="2927282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258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2581"/>
                      </a:moveTo>
                      <a:cubicBezTo>
                        <a:pt x="0" y="4261207"/>
                        <a:pt x="0" y="2131374"/>
                        <a:pt x="0" y="0"/>
                      </a:cubicBezTo>
                      <a:cubicBezTo>
                        <a:pt x="34675" y="0"/>
                        <a:pt x="67809" y="0"/>
                        <a:pt x="103255" y="0"/>
                      </a:cubicBezTo>
                      <a:cubicBezTo>
                        <a:pt x="103255" y="2130603"/>
                        <a:pt x="103255" y="4260437"/>
                        <a:pt x="10325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31" name="Freeform: Shape 30">
                  <a:extLst>
                    <a:ext uri="{FF2B5EF4-FFF2-40B4-BE49-F238E27FC236}">
                      <a16:creationId xmlns:a16="http://schemas.microsoft.com/office/drawing/2014/main" id="{939B7FCC-CDDF-4A11-A2F1-C8F70FF2EEB4}"/>
                    </a:ext>
                  </a:extLst>
                </p:cNvPr>
                <p:cNvSpPr/>
                <p:nvPr/>
              </p:nvSpPr>
              <p:spPr>
                <a:xfrm>
                  <a:off x="6680669" y="2927282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258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2581"/>
                      </a:moveTo>
                      <a:cubicBezTo>
                        <a:pt x="0" y="4261978"/>
                        <a:pt x="0" y="2132145"/>
                        <a:pt x="0" y="0"/>
                      </a:cubicBezTo>
                      <a:cubicBezTo>
                        <a:pt x="33905" y="0"/>
                        <a:pt x="67810" y="0"/>
                        <a:pt x="103255" y="0"/>
                      </a:cubicBezTo>
                      <a:cubicBezTo>
                        <a:pt x="103255" y="2131374"/>
                        <a:pt x="103255" y="4260436"/>
                        <a:pt x="10325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32" name="Freeform: Shape 31">
                  <a:extLst>
                    <a:ext uri="{FF2B5EF4-FFF2-40B4-BE49-F238E27FC236}">
                      <a16:creationId xmlns:a16="http://schemas.microsoft.com/office/drawing/2014/main" id="{79A45683-A3FC-4243-9523-B723BBD003A1}"/>
                    </a:ext>
                  </a:extLst>
                </p:cNvPr>
                <p:cNvSpPr/>
                <p:nvPr/>
              </p:nvSpPr>
              <p:spPr>
                <a:xfrm>
                  <a:off x="6516134" y="2927282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181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181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1811"/>
                      </a:moveTo>
                      <a:cubicBezTo>
                        <a:pt x="0" y="4261978"/>
                        <a:pt x="0" y="2132145"/>
                        <a:pt x="0" y="0"/>
                      </a:cubicBezTo>
                      <a:cubicBezTo>
                        <a:pt x="33134" y="0"/>
                        <a:pt x="67039" y="0"/>
                        <a:pt x="103255" y="0"/>
                      </a:cubicBezTo>
                      <a:cubicBezTo>
                        <a:pt x="103255" y="2130603"/>
                        <a:pt x="103255" y="4260436"/>
                        <a:pt x="103255" y="639181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33" name="Freeform: Shape 32">
                  <a:extLst>
                    <a:ext uri="{FF2B5EF4-FFF2-40B4-BE49-F238E27FC236}">
                      <a16:creationId xmlns:a16="http://schemas.microsoft.com/office/drawing/2014/main" id="{B40B3F0D-8DF8-4702-99BD-23B1475CD452}"/>
                    </a:ext>
                  </a:extLst>
                </p:cNvPr>
                <p:cNvSpPr/>
                <p:nvPr/>
              </p:nvSpPr>
              <p:spPr>
                <a:xfrm>
                  <a:off x="6399205" y="2927282"/>
                  <a:ext cx="72212" cy="2394576"/>
                </a:xfrm>
                <a:custGeom>
                  <a:avLst/>
                  <a:gdLst>
                    <a:gd name="connsiteX0" fmla="*/ 0 w 192640"/>
                    <a:gd name="connsiteY0" fmla="*/ 6392581 h 6387957"/>
                    <a:gd name="connsiteX1" fmla="*/ 0 w 192640"/>
                    <a:gd name="connsiteY1" fmla="*/ 0 h 6387957"/>
                    <a:gd name="connsiteX2" fmla="*/ 198805 w 192640"/>
                    <a:gd name="connsiteY2" fmla="*/ 0 h 6387957"/>
                    <a:gd name="connsiteX3" fmla="*/ 198805 w 192640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2640" h="6387957">
                      <a:moveTo>
                        <a:pt x="0" y="6392581"/>
                      </a:moveTo>
                      <a:cubicBezTo>
                        <a:pt x="0" y="4261207"/>
                        <a:pt x="0" y="2132145"/>
                        <a:pt x="0" y="0"/>
                      </a:cubicBezTo>
                      <a:cubicBezTo>
                        <a:pt x="66268" y="0"/>
                        <a:pt x="131766" y="0"/>
                        <a:pt x="198805" y="0"/>
                      </a:cubicBezTo>
                      <a:cubicBezTo>
                        <a:pt x="198805" y="2131374"/>
                        <a:pt x="198805" y="4261207"/>
                        <a:pt x="19880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34" name="Freeform: Shape 33">
                  <a:extLst>
                    <a:ext uri="{FF2B5EF4-FFF2-40B4-BE49-F238E27FC236}">
                      <a16:creationId xmlns:a16="http://schemas.microsoft.com/office/drawing/2014/main" id="{0B972A39-D5F1-4DBE-B2F6-AA9010526F16}"/>
                    </a:ext>
                  </a:extLst>
                </p:cNvPr>
                <p:cNvSpPr/>
                <p:nvPr/>
              </p:nvSpPr>
              <p:spPr>
                <a:xfrm>
                  <a:off x="5237391" y="2926127"/>
                  <a:ext cx="144425" cy="2394576"/>
                </a:xfrm>
                <a:custGeom>
                  <a:avLst/>
                  <a:gdLst>
                    <a:gd name="connsiteX0" fmla="*/ 0 w 385280"/>
                    <a:gd name="connsiteY0" fmla="*/ 6393351 h 6387957"/>
                    <a:gd name="connsiteX1" fmla="*/ 0 w 385280"/>
                    <a:gd name="connsiteY1" fmla="*/ 0 h 6387957"/>
                    <a:gd name="connsiteX2" fmla="*/ 387593 w 385280"/>
                    <a:gd name="connsiteY2" fmla="*/ 0 h 6387957"/>
                    <a:gd name="connsiteX3" fmla="*/ 387593 w 385280"/>
                    <a:gd name="connsiteY3" fmla="*/ 639335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85280" h="6387957">
                      <a:moveTo>
                        <a:pt x="0" y="6393351"/>
                      </a:moveTo>
                      <a:cubicBezTo>
                        <a:pt x="0" y="4262748"/>
                        <a:pt x="0" y="2132145"/>
                        <a:pt x="0" y="0"/>
                      </a:cubicBezTo>
                      <a:cubicBezTo>
                        <a:pt x="128684" y="0"/>
                        <a:pt x="256597" y="0"/>
                        <a:pt x="387593" y="0"/>
                      </a:cubicBezTo>
                      <a:cubicBezTo>
                        <a:pt x="387593" y="2130603"/>
                        <a:pt x="387593" y="4261207"/>
                        <a:pt x="387593" y="639335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35" name="Freeform: Shape 34">
                  <a:extLst>
                    <a:ext uri="{FF2B5EF4-FFF2-40B4-BE49-F238E27FC236}">
                      <a16:creationId xmlns:a16="http://schemas.microsoft.com/office/drawing/2014/main" id="{C6F21A28-C5C3-423E-816C-EFF154B420AF}"/>
                    </a:ext>
                  </a:extLst>
                </p:cNvPr>
                <p:cNvSpPr/>
                <p:nvPr/>
              </p:nvSpPr>
              <p:spPr>
                <a:xfrm>
                  <a:off x="5123269" y="2926994"/>
                  <a:ext cx="72212" cy="2394576"/>
                </a:xfrm>
                <a:custGeom>
                  <a:avLst/>
                  <a:gdLst>
                    <a:gd name="connsiteX0" fmla="*/ 0 w 192640"/>
                    <a:gd name="connsiteY0" fmla="*/ 6392581 h 6387957"/>
                    <a:gd name="connsiteX1" fmla="*/ 0 w 192640"/>
                    <a:gd name="connsiteY1" fmla="*/ 0 h 6387957"/>
                    <a:gd name="connsiteX2" fmla="*/ 198805 w 192640"/>
                    <a:gd name="connsiteY2" fmla="*/ 0 h 6387957"/>
                    <a:gd name="connsiteX3" fmla="*/ 198805 w 192640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2640" h="6387957">
                      <a:moveTo>
                        <a:pt x="0" y="6392581"/>
                      </a:moveTo>
                      <a:cubicBezTo>
                        <a:pt x="0" y="4261207"/>
                        <a:pt x="0" y="2132145"/>
                        <a:pt x="0" y="0"/>
                      </a:cubicBezTo>
                      <a:cubicBezTo>
                        <a:pt x="67039" y="0"/>
                        <a:pt x="131766" y="0"/>
                        <a:pt x="198805" y="0"/>
                      </a:cubicBezTo>
                      <a:cubicBezTo>
                        <a:pt x="198805" y="2130603"/>
                        <a:pt x="198805" y="4259666"/>
                        <a:pt x="19880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36" name="Freeform: Shape 35">
                  <a:extLst>
                    <a:ext uri="{FF2B5EF4-FFF2-40B4-BE49-F238E27FC236}">
                      <a16:creationId xmlns:a16="http://schemas.microsoft.com/office/drawing/2014/main" id="{CD2D5180-3504-4AF5-A04B-07F487071B22}"/>
                    </a:ext>
                  </a:extLst>
                </p:cNvPr>
                <p:cNvSpPr/>
                <p:nvPr/>
              </p:nvSpPr>
              <p:spPr>
                <a:xfrm>
                  <a:off x="5611343" y="2927282"/>
                  <a:ext cx="72212" cy="2394576"/>
                </a:xfrm>
                <a:custGeom>
                  <a:avLst/>
                  <a:gdLst>
                    <a:gd name="connsiteX0" fmla="*/ 0 w 192640"/>
                    <a:gd name="connsiteY0" fmla="*/ 6392581 h 6387957"/>
                    <a:gd name="connsiteX1" fmla="*/ 0 w 192640"/>
                    <a:gd name="connsiteY1" fmla="*/ 0 h 6387957"/>
                    <a:gd name="connsiteX2" fmla="*/ 198805 w 192640"/>
                    <a:gd name="connsiteY2" fmla="*/ 0 h 6387957"/>
                    <a:gd name="connsiteX3" fmla="*/ 198805 w 192640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2640" h="6387957">
                      <a:moveTo>
                        <a:pt x="0" y="6392581"/>
                      </a:moveTo>
                      <a:cubicBezTo>
                        <a:pt x="0" y="4261207"/>
                        <a:pt x="0" y="2132145"/>
                        <a:pt x="0" y="0"/>
                      </a:cubicBezTo>
                      <a:cubicBezTo>
                        <a:pt x="66268" y="0"/>
                        <a:pt x="131766" y="0"/>
                        <a:pt x="198805" y="0"/>
                      </a:cubicBezTo>
                      <a:cubicBezTo>
                        <a:pt x="198805" y="2131374"/>
                        <a:pt x="198805" y="4261207"/>
                        <a:pt x="19880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37" name="Freeform: Shape 36">
                  <a:extLst>
                    <a:ext uri="{FF2B5EF4-FFF2-40B4-BE49-F238E27FC236}">
                      <a16:creationId xmlns:a16="http://schemas.microsoft.com/office/drawing/2014/main" id="{6078D920-7771-4459-9280-C4992F522CBA}"/>
                    </a:ext>
                  </a:extLst>
                </p:cNvPr>
                <p:cNvSpPr/>
                <p:nvPr/>
              </p:nvSpPr>
              <p:spPr>
                <a:xfrm>
                  <a:off x="5407259" y="2926994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258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2581"/>
                      </a:moveTo>
                      <a:cubicBezTo>
                        <a:pt x="0" y="4261978"/>
                        <a:pt x="0" y="2132145"/>
                        <a:pt x="0" y="0"/>
                      </a:cubicBezTo>
                      <a:cubicBezTo>
                        <a:pt x="34675" y="0"/>
                        <a:pt x="67810" y="0"/>
                        <a:pt x="103255" y="0"/>
                      </a:cubicBezTo>
                      <a:cubicBezTo>
                        <a:pt x="103255" y="2130603"/>
                        <a:pt x="103255" y="4259666"/>
                        <a:pt x="10325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38" name="Freeform: Shape 37">
                  <a:extLst>
                    <a:ext uri="{FF2B5EF4-FFF2-40B4-BE49-F238E27FC236}">
                      <a16:creationId xmlns:a16="http://schemas.microsoft.com/office/drawing/2014/main" id="{C3F5AF82-D5F9-4252-B824-36671DB16639}"/>
                    </a:ext>
                  </a:extLst>
                </p:cNvPr>
                <p:cNvSpPr/>
                <p:nvPr/>
              </p:nvSpPr>
              <p:spPr>
                <a:xfrm>
                  <a:off x="5470252" y="2926994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258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2581"/>
                      </a:moveTo>
                      <a:cubicBezTo>
                        <a:pt x="0" y="4261978"/>
                        <a:pt x="0" y="2132145"/>
                        <a:pt x="0" y="0"/>
                      </a:cubicBezTo>
                      <a:cubicBezTo>
                        <a:pt x="34675" y="0"/>
                        <a:pt x="67809" y="0"/>
                        <a:pt x="103255" y="0"/>
                      </a:cubicBezTo>
                      <a:cubicBezTo>
                        <a:pt x="103255" y="2130603"/>
                        <a:pt x="103255" y="4259666"/>
                        <a:pt x="10325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39" name="Freeform: Shape 38">
                  <a:extLst>
                    <a:ext uri="{FF2B5EF4-FFF2-40B4-BE49-F238E27FC236}">
                      <a16:creationId xmlns:a16="http://schemas.microsoft.com/office/drawing/2014/main" id="{608790BC-CF74-4127-A790-27CC4E8D7766}"/>
                    </a:ext>
                  </a:extLst>
                </p:cNvPr>
                <p:cNvSpPr/>
                <p:nvPr/>
              </p:nvSpPr>
              <p:spPr>
                <a:xfrm>
                  <a:off x="5533244" y="2926127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258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2581"/>
                      </a:moveTo>
                      <a:cubicBezTo>
                        <a:pt x="0" y="4261978"/>
                        <a:pt x="0" y="2132145"/>
                        <a:pt x="0" y="0"/>
                      </a:cubicBezTo>
                      <a:cubicBezTo>
                        <a:pt x="34675" y="0"/>
                        <a:pt x="67809" y="0"/>
                        <a:pt x="103255" y="0"/>
                      </a:cubicBezTo>
                      <a:cubicBezTo>
                        <a:pt x="103255" y="2130603"/>
                        <a:pt x="103255" y="4259666"/>
                        <a:pt x="10325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</p:grpSp>
        </p:grp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79445F8C-1794-4081-97F9-DDCDE8889481}"/>
                </a:ext>
              </a:extLst>
            </p:cNvPr>
            <p:cNvGrpSpPr/>
            <p:nvPr/>
          </p:nvGrpSpPr>
          <p:grpSpPr>
            <a:xfrm>
              <a:off x="166248" y="6490548"/>
              <a:ext cx="4247655" cy="273466"/>
              <a:chOff x="4366684" y="2926127"/>
              <a:chExt cx="3278335" cy="2571063"/>
            </a:xfrm>
          </p:grpSpPr>
          <p:sp>
            <p:nvSpPr>
              <p:cNvPr id="41" name="Freeform: Shape 4">
                <a:extLst>
                  <a:ext uri="{FF2B5EF4-FFF2-40B4-BE49-F238E27FC236}">
                    <a16:creationId xmlns:a16="http://schemas.microsoft.com/office/drawing/2014/main" id="{74D575C7-16A7-4D8B-BCCC-3A2CC2EAF554}"/>
                  </a:ext>
                </a:extLst>
              </p:cNvPr>
              <p:cNvSpPr/>
              <p:nvPr/>
            </p:nvSpPr>
            <p:spPr>
              <a:xfrm>
                <a:off x="4744501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3351 h 6387957"/>
                  <a:gd name="connsiteX1" fmla="*/ 0 w 192640"/>
                  <a:gd name="connsiteY1" fmla="*/ 0 h 6387957"/>
                  <a:gd name="connsiteX2" fmla="*/ 198034 w 192640"/>
                  <a:gd name="connsiteY2" fmla="*/ 0 h 6387957"/>
                  <a:gd name="connsiteX3" fmla="*/ 198034 w 19264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solidFill>
                <a:schemeClr val="accent5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42" name="Freeform: Shape 5">
                <a:extLst>
                  <a:ext uri="{FF2B5EF4-FFF2-40B4-BE49-F238E27FC236}">
                    <a16:creationId xmlns:a16="http://schemas.microsoft.com/office/drawing/2014/main" id="{F6284352-7A7E-48DA-8B26-7B51CCB5A721}"/>
                  </a:ext>
                </a:extLst>
              </p:cNvPr>
              <p:cNvSpPr/>
              <p:nvPr/>
            </p:nvSpPr>
            <p:spPr>
              <a:xfrm>
                <a:off x="467662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chemeClr val="accent5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43" name="Freeform: Shape 6">
                <a:extLst>
                  <a:ext uri="{FF2B5EF4-FFF2-40B4-BE49-F238E27FC236}">
                    <a16:creationId xmlns:a16="http://schemas.microsoft.com/office/drawing/2014/main" id="{8AB1A5A0-486E-4510-BCA8-845A3DA94D58}"/>
                  </a:ext>
                </a:extLst>
              </p:cNvPr>
              <p:cNvSpPr/>
              <p:nvPr/>
            </p:nvSpPr>
            <p:spPr>
              <a:xfrm>
                <a:off x="5706626" y="2927282"/>
                <a:ext cx="109764" cy="2394576"/>
              </a:xfrm>
              <a:custGeom>
                <a:avLst/>
                <a:gdLst>
                  <a:gd name="connsiteX0" fmla="*/ 0 w 292813"/>
                  <a:gd name="connsiteY0" fmla="*/ 639258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97091" y="0"/>
                      <a:pt x="194952" y="0"/>
                      <a:pt x="295125" y="0"/>
                    </a:cubicBezTo>
                    <a:cubicBezTo>
                      <a:pt x="295125" y="2130603"/>
                      <a:pt x="295125" y="4259666"/>
                      <a:pt x="295125" y="6392581"/>
                    </a:cubicBezTo>
                  </a:path>
                </a:pathLst>
              </a:custGeom>
              <a:solidFill>
                <a:schemeClr val="accent2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44" name="Freeform: Shape 7">
                <a:extLst>
                  <a:ext uri="{FF2B5EF4-FFF2-40B4-BE49-F238E27FC236}">
                    <a16:creationId xmlns:a16="http://schemas.microsoft.com/office/drawing/2014/main" id="{D81590AB-AD28-44BD-8461-22FE3E26E6E0}"/>
                  </a:ext>
                </a:extLst>
              </p:cNvPr>
              <p:cNvSpPr/>
              <p:nvPr/>
            </p:nvSpPr>
            <p:spPr>
              <a:xfrm>
                <a:off x="5022376" y="2926994"/>
                <a:ext cx="75101" cy="2394576"/>
              </a:xfrm>
              <a:custGeom>
                <a:avLst/>
                <a:gdLst>
                  <a:gd name="connsiteX0" fmla="*/ 0 w 200346"/>
                  <a:gd name="connsiteY0" fmla="*/ 6392581 h 6387957"/>
                  <a:gd name="connsiteX1" fmla="*/ 0 w 200346"/>
                  <a:gd name="connsiteY1" fmla="*/ 0 h 6387957"/>
                  <a:gd name="connsiteX2" fmla="*/ 201117 w 200346"/>
                  <a:gd name="connsiteY2" fmla="*/ 0 h 6387957"/>
                  <a:gd name="connsiteX3" fmla="*/ 201117 w 200346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0346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3307" y="0"/>
                      <a:pt x="201117" y="0"/>
                    </a:cubicBezTo>
                    <a:cubicBezTo>
                      <a:pt x="201117" y="2131374"/>
                      <a:pt x="201117" y="4260437"/>
                      <a:pt x="201117" y="6392581"/>
                    </a:cubicBezTo>
                  </a:path>
                </a:pathLst>
              </a:custGeom>
              <a:solidFill>
                <a:schemeClr val="accent4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45" name="Freeform: Shape 8">
                <a:extLst>
                  <a:ext uri="{FF2B5EF4-FFF2-40B4-BE49-F238E27FC236}">
                    <a16:creationId xmlns:a16="http://schemas.microsoft.com/office/drawing/2014/main" id="{C3640730-A67E-4C43-A7C2-B4C32BF965C4}"/>
                  </a:ext>
                </a:extLst>
              </p:cNvPr>
              <p:cNvSpPr/>
              <p:nvPr/>
            </p:nvSpPr>
            <p:spPr>
              <a:xfrm>
                <a:off x="4877829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60437"/>
                      <a:pt x="198805" y="6392581"/>
                    </a:cubicBezTo>
                  </a:path>
                </a:pathLst>
              </a:custGeom>
              <a:solidFill>
                <a:schemeClr val="accent4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46" name="Freeform: Shape 9">
                <a:extLst>
                  <a:ext uri="{FF2B5EF4-FFF2-40B4-BE49-F238E27FC236}">
                    <a16:creationId xmlns:a16="http://schemas.microsoft.com/office/drawing/2014/main" id="{8F91D3B5-0631-4E10-8E8F-A90BDB6CEF8C}"/>
                  </a:ext>
                </a:extLst>
              </p:cNvPr>
              <p:cNvSpPr/>
              <p:nvPr/>
            </p:nvSpPr>
            <p:spPr>
              <a:xfrm>
                <a:off x="4559765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3351 h 6387957"/>
                  <a:gd name="connsiteX1" fmla="*/ 0 w 192640"/>
                  <a:gd name="connsiteY1" fmla="*/ 0 h 6387957"/>
                  <a:gd name="connsiteX2" fmla="*/ 198034 w 192640"/>
                  <a:gd name="connsiteY2" fmla="*/ 0 h 6387957"/>
                  <a:gd name="connsiteX3" fmla="*/ 198034 w 19264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solidFill>
                <a:schemeClr val="accent6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47" name="Freeform: Shape 10">
                <a:extLst>
                  <a:ext uri="{FF2B5EF4-FFF2-40B4-BE49-F238E27FC236}">
                    <a16:creationId xmlns:a16="http://schemas.microsoft.com/office/drawing/2014/main" id="{9833ED5E-247A-4AFE-956E-D90EE783EDB3}"/>
                  </a:ext>
                </a:extLst>
              </p:cNvPr>
              <p:cNvSpPr/>
              <p:nvPr/>
            </p:nvSpPr>
            <p:spPr>
              <a:xfrm>
                <a:off x="4433987" y="2926705"/>
                <a:ext cx="37550" cy="2567886"/>
              </a:xfrm>
              <a:custGeom>
                <a:avLst/>
                <a:gdLst>
                  <a:gd name="connsiteX0" fmla="*/ 0 w 100173"/>
                  <a:gd name="connsiteY0" fmla="*/ 685491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4716"/>
                      <a:pt x="103255" y="4567891"/>
                      <a:pt x="103255" y="6854918"/>
                    </a:cubicBezTo>
                  </a:path>
                </a:pathLst>
              </a:custGeom>
              <a:solidFill>
                <a:schemeClr val="accent6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48" name="Freeform: Shape 11">
                <a:extLst>
                  <a:ext uri="{FF2B5EF4-FFF2-40B4-BE49-F238E27FC236}">
                    <a16:creationId xmlns:a16="http://schemas.microsoft.com/office/drawing/2014/main" id="{E5EC525C-3908-4545-B9F0-C982F2420877}"/>
                  </a:ext>
                </a:extLst>
              </p:cNvPr>
              <p:cNvSpPr/>
              <p:nvPr/>
            </p:nvSpPr>
            <p:spPr>
              <a:xfrm>
                <a:off x="4366684" y="2927282"/>
                <a:ext cx="37550" cy="2567886"/>
              </a:xfrm>
              <a:custGeom>
                <a:avLst/>
                <a:gdLst>
                  <a:gd name="connsiteX0" fmla="*/ 0 w 100173"/>
                  <a:gd name="connsiteY0" fmla="*/ 685414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148"/>
                    </a:moveTo>
                    <a:cubicBezTo>
                      <a:pt x="0" y="4569432"/>
                      <a:pt x="0" y="2286257"/>
                      <a:pt x="0" y="0"/>
                    </a:cubicBezTo>
                    <a:cubicBezTo>
                      <a:pt x="33905" y="0"/>
                      <a:pt x="67809" y="0"/>
                      <a:pt x="103255" y="0"/>
                    </a:cubicBezTo>
                    <a:cubicBezTo>
                      <a:pt x="103255" y="2285486"/>
                      <a:pt x="103255" y="4568661"/>
                      <a:pt x="103255" y="6854918"/>
                    </a:cubicBezTo>
                  </a:path>
                </a:pathLst>
              </a:custGeom>
              <a:solidFill>
                <a:schemeClr val="accent6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49" name="Freeform: Shape 12">
                <a:extLst>
                  <a:ext uri="{FF2B5EF4-FFF2-40B4-BE49-F238E27FC236}">
                    <a16:creationId xmlns:a16="http://schemas.microsoft.com/office/drawing/2014/main" id="{09C432BF-83BF-44C7-8A68-9B35111165C4}"/>
                  </a:ext>
                </a:extLst>
              </p:cNvPr>
              <p:cNvSpPr/>
              <p:nvPr/>
            </p:nvSpPr>
            <p:spPr>
              <a:xfrm>
                <a:off x="5957386" y="2926705"/>
                <a:ext cx="37550" cy="2567886"/>
              </a:xfrm>
              <a:custGeom>
                <a:avLst/>
                <a:gdLst>
                  <a:gd name="connsiteX0" fmla="*/ 0 w 100173"/>
                  <a:gd name="connsiteY0" fmla="*/ 685491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3945"/>
                      <a:pt x="103255" y="4567891"/>
                      <a:pt x="103255" y="6854918"/>
                    </a:cubicBezTo>
                  </a:path>
                </a:pathLst>
              </a:custGeom>
              <a:solidFill>
                <a:schemeClr val="accent6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50" name="Freeform: Shape 13">
                <a:extLst>
                  <a:ext uri="{FF2B5EF4-FFF2-40B4-BE49-F238E27FC236}">
                    <a16:creationId xmlns:a16="http://schemas.microsoft.com/office/drawing/2014/main" id="{4D5F14F6-BD9C-4471-B822-35693E0ECCEE}"/>
                  </a:ext>
                </a:extLst>
              </p:cNvPr>
              <p:cNvSpPr/>
              <p:nvPr/>
            </p:nvSpPr>
            <p:spPr>
              <a:xfrm>
                <a:off x="6024689" y="2926127"/>
                <a:ext cx="37550" cy="2567886"/>
              </a:xfrm>
              <a:custGeom>
                <a:avLst/>
                <a:gdLst>
                  <a:gd name="connsiteX0" fmla="*/ 0 w 100173"/>
                  <a:gd name="connsiteY0" fmla="*/ 6857230 h 6850294"/>
                  <a:gd name="connsiteX1" fmla="*/ 0 w 100173"/>
                  <a:gd name="connsiteY1" fmla="*/ 0 h 6850294"/>
                  <a:gd name="connsiteX2" fmla="*/ 52398 w 100173"/>
                  <a:gd name="connsiteY2" fmla="*/ 0 h 6850294"/>
                  <a:gd name="connsiteX3" fmla="*/ 103255 w 100173"/>
                  <a:gd name="connsiteY3" fmla="*/ 0 h 6850294"/>
                  <a:gd name="connsiteX4" fmla="*/ 103255 w 100173"/>
                  <a:gd name="connsiteY4" fmla="*/ 6857230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173" h="6850294">
                    <a:moveTo>
                      <a:pt x="0" y="6857230"/>
                    </a:moveTo>
                    <a:cubicBezTo>
                      <a:pt x="0" y="4572514"/>
                      <a:pt x="0" y="2288569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287798"/>
                      <a:pt x="103255" y="4571743"/>
                      <a:pt x="103255" y="6857230"/>
                    </a:cubicBezTo>
                  </a:path>
                </a:pathLst>
              </a:custGeom>
              <a:solidFill>
                <a:schemeClr val="accent6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51" name="Freeform: Shape 14">
                <a:extLst>
                  <a:ext uri="{FF2B5EF4-FFF2-40B4-BE49-F238E27FC236}">
                    <a16:creationId xmlns:a16="http://schemas.microsoft.com/office/drawing/2014/main" id="{35B6ED53-E8E4-4DE2-BE76-D07542427D91}"/>
                  </a:ext>
                </a:extLst>
              </p:cNvPr>
              <p:cNvSpPr/>
              <p:nvPr/>
            </p:nvSpPr>
            <p:spPr>
              <a:xfrm>
                <a:off x="5890084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1714 w 100173"/>
                  <a:gd name="connsiteY2" fmla="*/ 0 h 6387957"/>
                  <a:gd name="connsiteX3" fmla="*/ 101714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33904" y="0"/>
                      <a:pt x="67039" y="0"/>
                      <a:pt x="101714" y="0"/>
                    </a:cubicBezTo>
                    <a:cubicBezTo>
                      <a:pt x="101714" y="2130603"/>
                      <a:pt x="101714" y="4260437"/>
                      <a:pt x="101714" y="6392581"/>
                    </a:cubicBezTo>
                  </a:path>
                </a:pathLst>
              </a:custGeom>
              <a:solidFill>
                <a:schemeClr val="accent6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52" name="Freeform: Shape 15">
                <a:extLst>
                  <a:ext uri="{FF2B5EF4-FFF2-40B4-BE49-F238E27FC236}">
                    <a16:creationId xmlns:a16="http://schemas.microsoft.com/office/drawing/2014/main" id="{A8A97A24-DC2C-49EC-B707-A0A7A527B0A9}"/>
                  </a:ext>
                </a:extLst>
              </p:cNvPr>
              <p:cNvSpPr/>
              <p:nvPr/>
            </p:nvSpPr>
            <p:spPr>
              <a:xfrm>
                <a:off x="609199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335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3351"/>
                    </a:moveTo>
                    <a:cubicBezTo>
                      <a:pt x="0" y="4261978"/>
                      <a:pt x="0" y="213291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1374"/>
                      <a:pt x="103255" y="4261207"/>
                      <a:pt x="103255" y="6393351"/>
                    </a:cubicBezTo>
                  </a:path>
                </a:pathLst>
              </a:custGeom>
              <a:solidFill>
                <a:schemeClr val="accent6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53" name="Freeform: Shape 16">
                <a:extLst>
                  <a:ext uri="{FF2B5EF4-FFF2-40B4-BE49-F238E27FC236}">
                    <a16:creationId xmlns:a16="http://schemas.microsoft.com/office/drawing/2014/main" id="{4ED0FC69-47AA-4FC9-8D08-3147EA5A1734}"/>
                  </a:ext>
                </a:extLst>
              </p:cNvPr>
              <p:cNvSpPr/>
              <p:nvPr/>
            </p:nvSpPr>
            <p:spPr>
              <a:xfrm>
                <a:off x="7139759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chemeClr val="accent2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54" name="Freeform: Shape 17">
                <a:extLst>
                  <a:ext uri="{FF2B5EF4-FFF2-40B4-BE49-F238E27FC236}">
                    <a16:creationId xmlns:a16="http://schemas.microsoft.com/office/drawing/2014/main" id="{2757EAE5-8C6A-452C-9A4B-7A71BBF68BB8}"/>
                  </a:ext>
                </a:extLst>
              </p:cNvPr>
              <p:cNvSpPr/>
              <p:nvPr/>
            </p:nvSpPr>
            <p:spPr>
              <a:xfrm>
                <a:off x="7280788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chemeClr val="accent2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55" name="Freeform: Shape 18">
                <a:extLst>
                  <a:ext uri="{FF2B5EF4-FFF2-40B4-BE49-F238E27FC236}">
                    <a16:creationId xmlns:a16="http://schemas.microsoft.com/office/drawing/2014/main" id="{9A398514-6CBA-493F-8416-AE84CB3E34D9}"/>
                  </a:ext>
                </a:extLst>
              </p:cNvPr>
              <p:cNvSpPr/>
              <p:nvPr/>
            </p:nvSpPr>
            <p:spPr>
              <a:xfrm>
                <a:off x="7349773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99402" y="0"/>
                      <a:pt x="195722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chemeClr val="accent1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56" name="Freeform: Shape 19">
                <a:extLst>
                  <a:ext uri="{FF2B5EF4-FFF2-40B4-BE49-F238E27FC236}">
                    <a16:creationId xmlns:a16="http://schemas.microsoft.com/office/drawing/2014/main" id="{248BDF24-2CD8-4F98-A671-38A09AFC3B84}"/>
                  </a:ext>
                </a:extLst>
              </p:cNvPr>
              <p:cNvSpPr/>
              <p:nvPr/>
            </p:nvSpPr>
            <p:spPr>
              <a:xfrm>
                <a:off x="7548511" y="2927282"/>
                <a:ext cx="41911" cy="2569908"/>
              </a:xfrm>
              <a:custGeom>
                <a:avLst/>
                <a:gdLst>
                  <a:gd name="connsiteX0" fmla="*/ 0 w 115584"/>
                  <a:gd name="connsiteY0" fmla="*/ 6753975 h 6850294"/>
                  <a:gd name="connsiteX1" fmla="*/ 13099 w 115584"/>
                  <a:gd name="connsiteY1" fmla="*/ 0 h 6850294"/>
                  <a:gd name="connsiteX2" fmla="*/ 118666 w 115584"/>
                  <a:gd name="connsiteY2" fmla="*/ 0 h 6850294"/>
                  <a:gd name="connsiteX3" fmla="*/ 118666 w 115584"/>
                  <a:gd name="connsiteY3" fmla="*/ 6855688 h 6850294"/>
                  <a:gd name="connsiteX0" fmla="*/ 0 w 111805"/>
                  <a:gd name="connsiteY0" fmla="*/ 6836322 h 6855688"/>
                  <a:gd name="connsiteX1" fmla="*/ 6237 w 111805"/>
                  <a:gd name="connsiteY1" fmla="*/ 0 h 6855688"/>
                  <a:gd name="connsiteX2" fmla="*/ 111804 w 111805"/>
                  <a:gd name="connsiteY2" fmla="*/ 0 h 6855688"/>
                  <a:gd name="connsiteX3" fmla="*/ 111804 w 111805"/>
                  <a:gd name="connsiteY3" fmla="*/ 6855688 h 6855688"/>
                  <a:gd name="connsiteX0" fmla="*/ 0 w 111804"/>
                  <a:gd name="connsiteY0" fmla="*/ 6853478 h 6855688"/>
                  <a:gd name="connsiteX1" fmla="*/ 6237 w 111804"/>
                  <a:gd name="connsiteY1" fmla="*/ 0 h 6855688"/>
                  <a:gd name="connsiteX2" fmla="*/ 111804 w 111804"/>
                  <a:gd name="connsiteY2" fmla="*/ 0 h 6855688"/>
                  <a:gd name="connsiteX3" fmla="*/ 111804 w 111804"/>
                  <a:gd name="connsiteY3" fmla="*/ 6855688 h 68556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1804" h="6855688">
                    <a:moveTo>
                      <a:pt x="0" y="6853478"/>
                    </a:moveTo>
                    <a:cubicBezTo>
                      <a:pt x="14640" y="4603437"/>
                      <a:pt x="3155" y="2253123"/>
                      <a:pt x="6237" y="0"/>
                    </a:cubicBezTo>
                    <a:lnTo>
                      <a:pt x="111804" y="0"/>
                    </a:lnTo>
                    <a:lnTo>
                      <a:pt x="111804" y="6855688"/>
                    </a:lnTo>
                  </a:path>
                </a:pathLst>
              </a:custGeom>
              <a:solidFill>
                <a:schemeClr val="accent1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57" name="Freeform: Shape 20">
                <a:extLst>
                  <a:ext uri="{FF2B5EF4-FFF2-40B4-BE49-F238E27FC236}">
                    <a16:creationId xmlns:a16="http://schemas.microsoft.com/office/drawing/2014/main" id="{7984C3E4-7628-40C8-85CA-E19FCBCEF3F1}"/>
                  </a:ext>
                </a:extLst>
              </p:cNvPr>
              <p:cNvSpPr/>
              <p:nvPr/>
            </p:nvSpPr>
            <p:spPr>
              <a:xfrm>
                <a:off x="7485249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chemeClr val="accent1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58" name="Freeform: Shape 21">
                <a:extLst>
                  <a:ext uri="{FF2B5EF4-FFF2-40B4-BE49-F238E27FC236}">
                    <a16:creationId xmlns:a16="http://schemas.microsoft.com/office/drawing/2014/main" id="{8C53762C-C9DB-488B-A6C3-D2EF997D4824}"/>
                  </a:ext>
                </a:extLst>
              </p:cNvPr>
              <p:cNvSpPr/>
              <p:nvPr/>
            </p:nvSpPr>
            <p:spPr>
              <a:xfrm>
                <a:off x="7616134" y="2926994"/>
                <a:ext cx="28885" cy="2567886"/>
              </a:xfrm>
              <a:custGeom>
                <a:avLst/>
                <a:gdLst>
                  <a:gd name="connsiteX0" fmla="*/ 0 w 77056"/>
                  <a:gd name="connsiteY0" fmla="*/ 6854918 h 6850294"/>
                  <a:gd name="connsiteX1" fmla="*/ 0 w 77056"/>
                  <a:gd name="connsiteY1" fmla="*/ 0 h 6850294"/>
                  <a:gd name="connsiteX2" fmla="*/ 78597 w 77056"/>
                  <a:gd name="connsiteY2" fmla="*/ 0 h 6850294"/>
                  <a:gd name="connsiteX3" fmla="*/ 78597 w 77056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056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25428" y="0"/>
                      <a:pt x="50087" y="0"/>
                      <a:pt x="78597" y="0"/>
                    </a:cubicBezTo>
                    <a:cubicBezTo>
                      <a:pt x="78597" y="2283175"/>
                      <a:pt x="78597" y="4566350"/>
                      <a:pt x="78597" y="6854918"/>
                    </a:cubicBezTo>
                  </a:path>
                </a:pathLst>
              </a:custGeom>
              <a:solidFill>
                <a:schemeClr val="accent1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59" name="Freeform: Shape 22">
                <a:extLst>
                  <a:ext uri="{FF2B5EF4-FFF2-40B4-BE49-F238E27FC236}">
                    <a16:creationId xmlns:a16="http://schemas.microsoft.com/office/drawing/2014/main" id="{1A8ED041-2586-48E4-ACBE-6C2ED338E966}"/>
                  </a:ext>
                </a:extLst>
              </p:cNvPr>
              <p:cNvSpPr/>
              <p:nvPr/>
            </p:nvSpPr>
            <p:spPr>
              <a:xfrm>
                <a:off x="6838507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chemeClr val="accent3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60" name="Freeform: Shape 23">
                <a:extLst>
                  <a:ext uri="{FF2B5EF4-FFF2-40B4-BE49-F238E27FC236}">
                    <a16:creationId xmlns:a16="http://schemas.microsoft.com/office/drawing/2014/main" id="{E2E2C08D-AFC1-4D38-B19D-ECAA791E7E03}"/>
                  </a:ext>
                </a:extLst>
              </p:cNvPr>
              <p:cNvSpPr/>
              <p:nvPr/>
            </p:nvSpPr>
            <p:spPr>
              <a:xfrm>
                <a:off x="698099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solidFill>
                <a:schemeClr val="accent3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61" name="Freeform: Shape 24">
                <a:extLst>
                  <a:ext uri="{FF2B5EF4-FFF2-40B4-BE49-F238E27FC236}">
                    <a16:creationId xmlns:a16="http://schemas.microsoft.com/office/drawing/2014/main" id="{53B015E2-EB41-454F-B249-A3924B2C56A7}"/>
                  </a:ext>
                </a:extLst>
              </p:cNvPr>
              <p:cNvSpPr/>
              <p:nvPr/>
            </p:nvSpPr>
            <p:spPr>
              <a:xfrm>
                <a:off x="706505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solidFill>
                <a:schemeClr val="accent3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62" name="Freeform: Shape 25">
                <a:extLst>
                  <a:ext uri="{FF2B5EF4-FFF2-40B4-BE49-F238E27FC236}">
                    <a16:creationId xmlns:a16="http://schemas.microsoft.com/office/drawing/2014/main" id="{018D5BE2-ED44-4289-8EFA-42F5721FBB85}"/>
                  </a:ext>
                </a:extLst>
              </p:cNvPr>
              <p:cNvSpPr/>
              <p:nvPr/>
            </p:nvSpPr>
            <p:spPr>
              <a:xfrm>
                <a:off x="6754449" y="2926127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solidFill>
                <a:schemeClr val="accent3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63" name="Freeform: Shape 26">
                <a:extLst>
                  <a:ext uri="{FF2B5EF4-FFF2-40B4-BE49-F238E27FC236}">
                    <a16:creationId xmlns:a16="http://schemas.microsoft.com/office/drawing/2014/main" id="{FEBA9FA3-A7E2-4C7A-A66C-36068833FD70}"/>
                  </a:ext>
                </a:extLst>
              </p:cNvPr>
              <p:cNvSpPr/>
              <p:nvPr/>
            </p:nvSpPr>
            <p:spPr>
              <a:xfrm>
                <a:off x="633491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335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3351"/>
                    </a:moveTo>
                    <a:cubicBezTo>
                      <a:pt x="0" y="4262748"/>
                      <a:pt x="0" y="213291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1374"/>
                      <a:pt x="103255" y="4260436"/>
                      <a:pt x="103255" y="6393351"/>
                    </a:cubicBezTo>
                  </a:path>
                </a:pathLst>
              </a:custGeom>
              <a:solidFill>
                <a:schemeClr val="accent5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64" name="Freeform: Shape 27">
                <a:extLst>
                  <a:ext uri="{FF2B5EF4-FFF2-40B4-BE49-F238E27FC236}">
                    <a16:creationId xmlns:a16="http://schemas.microsoft.com/office/drawing/2014/main" id="{DCE49181-A192-4FDD-8E4A-6CE1DB81A373}"/>
                  </a:ext>
                </a:extLst>
              </p:cNvPr>
              <p:cNvSpPr/>
              <p:nvPr/>
            </p:nvSpPr>
            <p:spPr>
              <a:xfrm>
                <a:off x="6159871" y="2926127"/>
                <a:ext cx="37550" cy="2397464"/>
              </a:xfrm>
              <a:custGeom>
                <a:avLst/>
                <a:gdLst>
                  <a:gd name="connsiteX0" fmla="*/ 0 w 100173"/>
                  <a:gd name="connsiteY0" fmla="*/ 6395663 h 6395662"/>
                  <a:gd name="connsiteX1" fmla="*/ 0 w 100173"/>
                  <a:gd name="connsiteY1" fmla="*/ 0 h 6395662"/>
                  <a:gd name="connsiteX2" fmla="*/ 52398 w 100173"/>
                  <a:gd name="connsiteY2" fmla="*/ 0 h 6395662"/>
                  <a:gd name="connsiteX3" fmla="*/ 103255 w 100173"/>
                  <a:gd name="connsiteY3" fmla="*/ 0 h 6395662"/>
                  <a:gd name="connsiteX4" fmla="*/ 103255 w 100173"/>
                  <a:gd name="connsiteY4" fmla="*/ 6395663 h 63956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173" h="6395662">
                    <a:moveTo>
                      <a:pt x="0" y="6395663"/>
                    </a:moveTo>
                    <a:cubicBezTo>
                      <a:pt x="0" y="4265060"/>
                      <a:pt x="0" y="2135227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132915"/>
                      <a:pt x="103255" y="4261977"/>
                      <a:pt x="103255" y="6395663"/>
                    </a:cubicBezTo>
                  </a:path>
                </a:pathLst>
              </a:custGeom>
              <a:solidFill>
                <a:schemeClr val="accent5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65" name="Freeform: Shape 28">
                <a:extLst>
                  <a:ext uri="{FF2B5EF4-FFF2-40B4-BE49-F238E27FC236}">
                    <a16:creationId xmlns:a16="http://schemas.microsoft.com/office/drawing/2014/main" id="{08B99DFA-675D-47CD-AAA5-48F4B7263F7F}"/>
                  </a:ext>
                </a:extLst>
              </p:cNvPr>
              <p:cNvSpPr/>
              <p:nvPr/>
            </p:nvSpPr>
            <p:spPr>
              <a:xfrm>
                <a:off x="6231712" y="2926127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chemeClr val="accent5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66" name="Freeform: Shape 29">
                <a:extLst>
                  <a:ext uri="{FF2B5EF4-FFF2-40B4-BE49-F238E27FC236}">
                    <a16:creationId xmlns:a16="http://schemas.microsoft.com/office/drawing/2014/main" id="{A3A52561-2F81-45D4-BB63-98DD6D95E5E9}"/>
                  </a:ext>
                </a:extLst>
              </p:cNvPr>
              <p:cNvSpPr/>
              <p:nvPr/>
            </p:nvSpPr>
            <p:spPr>
              <a:xfrm>
                <a:off x="6598401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chemeClr val="accent4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67" name="Freeform: Shape 30">
                <a:extLst>
                  <a:ext uri="{FF2B5EF4-FFF2-40B4-BE49-F238E27FC236}">
                    <a16:creationId xmlns:a16="http://schemas.microsoft.com/office/drawing/2014/main" id="{53780AFD-C7BF-438C-8ACF-ADB70736488F}"/>
                  </a:ext>
                </a:extLst>
              </p:cNvPr>
              <p:cNvSpPr/>
              <p:nvPr/>
            </p:nvSpPr>
            <p:spPr>
              <a:xfrm>
                <a:off x="6680669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solidFill>
                <a:schemeClr val="accent4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68" name="Freeform: Shape 31">
                <a:extLst>
                  <a:ext uri="{FF2B5EF4-FFF2-40B4-BE49-F238E27FC236}">
                    <a16:creationId xmlns:a16="http://schemas.microsoft.com/office/drawing/2014/main" id="{D1DA5EF5-6153-4FA1-B3B6-C7EA4D7C45C7}"/>
                  </a:ext>
                </a:extLst>
              </p:cNvPr>
              <p:cNvSpPr/>
              <p:nvPr/>
            </p:nvSpPr>
            <p:spPr>
              <a:xfrm>
                <a:off x="651613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181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181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181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134" y="0"/>
                      <a:pt x="67039" y="0"/>
                      <a:pt x="103255" y="0"/>
                    </a:cubicBezTo>
                    <a:cubicBezTo>
                      <a:pt x="103255" y="2130603"/>
                      <a:pt x="103255" y="4260436"/>
                      <a:pt x="103255" y="6391811"/>
                    </a:cubicBezTo>
                  </a:path>
                </a:pathLst>
              </a:custGeom>
              <a:solidFill>
                <a:schemeClr val="accent4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69" name="Freeform: Shape 32">
                <a:extLst>
                  <a:ext uri="{FF2B5EF4-FFF2-40B4-BE49-F238E27FC236}">
                    <a16:creationId xmlns:a16="http://schemas.microsoft.com/office/drawing/2014/main" id="{F80C8E45-AA03-497B-9ABE-2E9B8BC26557}"/>
                  </a:ext>
                </a:extLst>
              </p:cNvPr>
              <p:cNvSpPr/>
              <p:nvPr/>
            </p:nvSpPr>
            <p:spPr>
              <a:xfrm>
                <a:off x="6399205" y="2927282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chemeClr val="accent4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70" name="Freeform: Shape 33">
                <a:extLst>
                  <a:ext uri="{FF2B5EF4-FFF2-40B4-BE49-F238E27FC236}">
                    <a16:creationId xmlns:a16="http://schemas.microsoft.com/office/drawing/2014/main" id="{B33154AB-DAF1-4E1D-AED0-2C8B79C6FE97}"/>
                  </a:ext>
                </a:extLst>
              </p:cNvPr>
              <p:cNvSpPr/>
              <p:nvPr/>
            </p:nvSpPr>
            <p:spPr>
              <a:xfrm>
                <a:off x="5237391" y="2926127"/>
                <a:ext cx="144425" cy="2394576"/>
              </a:xfrm>
              <a:custGeom>
                <a:avLst/>
                <a:gdLst>
                  <a:gd name="connsiteX0" fmla="*/ 0 w 385280"/>
                  <a:gd name="connsiteY0" fmla="*/ 6393351 h 6387957"/>
                  <a:gd name="connsiteX1" fmla="*/ 0 w 385280"/>
                  <a:gd name="connsiteY1" fmla="*/ 0 h 6387957"/>
                  <a:gd name="connsiteX2" fmla="*/ 387593 w 385280"/>
                  <a:gd name="connsiteY2" fmla="*/ 0 h 6387957"/>
                  <a:gd name="connsiteX3" fmla="*/ 387593 w 38528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5280" h="6387957">
                    <a:moveTo>
                      <a:pt x="0" y="639335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128684" y="0"/>
                      <a:pt x="256597" y="0"/>
                      <a:pt x="387593" y="0"/>
                    </a:cubicBezTo>
                    <a:cubicBezTo>
                      <a:pt x="387593" y="2130603"/>
                      <a:pt x="387593" y="4261207"/>
                      <a:pt x="387593" y="6393351"/>
                    </a:cubicBezTo>
                  </a:path>
                </a:pathLst>
              </a:custGeom>
              <a:solidFill>
                <a:schemeClr val="accent3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71" name="Freeform: Shape 34">
                <a:extLst>
                  <a:ext uri="{FF2B5EF4-FFF2-40B4-BE49-F238E27FC236}">
                    <a16:creationId xmlns:a16="http://schemas.microsoft.com/office/drawing/2014/main" id="{6E905E38-B653-4270-89DB-6739B8AED375}"/>
                  </a:ext>
                </a:extLst>
              </p:cNvPr>
              <p:cNvSpPr/>
              <p:nvPr/>
            </p:nvSpPr>
            <p:spPr>
              <a:xfrm>
                <a:off x="5123269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59666"/>
                      <a:pt x="198805" y="6392581"/>
                    </a:cubicBezTo>
                  </a:path>
                </a:pathLst>
              </a:custGeom>
              <a:solidFill>
                <a:schemeClr val="accent3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72" name="Freeform: Shape 35">
                <a:extLst>
                  <a:ext uri="{FF2B5EF4-FFF2-40B4-BE49-F238E27FC236}">
                    <a16:creationId xmlns:a16="http://schemas.microsoft.com/office/drawing/2014/main" id="{C46E5A34-F6FC-40B7-8BD9-CA4870D3EACB}"/>
                  </a:ext>
                </a:extLst>
              </p:cNvPr>
              <p:cNvSpPr/>
              <p:nvPr/>
            </p:nvSpPr>
            <p:spPr>
              <a:xfrm>
                <a:off x="5611343" y="2927282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chemeClr val="accent3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73" name="Freeform: Shape 36">
                <a:extLst>
                  <a:ext uri="{FF2B5EF4-FFF2-40B4-BE49-F238E27FC236}">
                    <a16:creationId xmlns:a16="http://schemas.microsoft.com/office/drawing/2014/main" id="{5FA3DBA7-F8ED-45A6-819E-A85FBC355BCB}"/>
                  </a:ext>
                </a:extLst>
              </p:cNvPr>
              <p:cNvSpPr/>
              <p:nvPr/>
            </p:nvSpPr>
            <p:spPr>
              <a:xfrm>
                <a:off x="5407259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10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chemeClr val="accent3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74" name="Freeform: Shape 37">
                <a:extLst>
                  <a:ext uri="{FF2B5EF4-FFF2-40B4-BE49-F238E27FC236}">
                    <a16:creationId xmlns:a16="http://schemas.microsoft.com/office/drawing/2014/main" id="{6D4897DB-997C-4440-9C15-09B6C34994D1}"/>
                  </a:ext>
                </a:extLst>
              </p:cNvPr>
              <p:cNvSpPr/>
              <p:nvPr/>
            </p:nvSpPr>
            <p:spPr>
              <a:xfrm>
                <a:off x="5470252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chemeClr val="accent3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75" name="Freeform: Shape 38">
                <a:extLst>
                  <a:ext uri="{FF2B5EF4-FFF2-40B4-BE49-F238E27FC236}">
                    <a16:creationId xmlns:a16="http://schemas.microsoft.com/office/drawing/2014/main" id="{60C5513F-881C-4B26-9ADB-6A46166CB483}"/>
                  </a:ext>
                </a:extLst>
              </p:cNvPr>
              <p:cNvSpPr/>
              <p:nvPr/>
            </p:nvSpPr>
            <p:spPr>
              <a:xfrm>
                <a:off x="5533244" y="2926127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chemeClr val="accent3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</p:grp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621D202A-5DDC-4586-837E-E89610285CC9}"/>
                </a:ext>
              </a:extLst>
            </p:cNvPr>
            <p:cNvSpPr/>
            <p:nvPr/>
          </p:nvSpPr>
          <p:spPr>
            <a:xfrm>
              <a:off x="0" y="-699"/>
              <a:ext cx="12191999" cy="646331"/>
            </a:xfrm>
            <a:prstGeom prst="rect">
              <a:avLst/>
            </a:prstGeom>
            <a:solidFill>
              <a:schemeClr val="bg1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algn="ctr"/>
              <a:endParaRPr lang="ko-KR" altLang="en-US" sz="3600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itchFamily="18" charset="0"/>
              </a:endParaRPr>
            </a:p>
          </p:txBody>
        </p:sp>
        <p:pic>
          <p:nvPicPr>
            <p:cNvPr id="77" name="Picture 76">
              <a:extLst>
                <a:ext uri="{FF2B5EF4-FFF2-40B4-BE49-F238E27FC236}">
                  <a16:creationId xmlns:a16="http://schemas.microsoft.com/office/drawing/2014/main" id="{C10207E4-A41E-4E56-9165-4F7135FB076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587" y="34941"/>
              <a:ext cx="1343005" cy="575049"/>
            </a:xfrm>
            <a:prstGeom prst="rect">
              <a:avLst/>
            </a:prstGeom>
          </p:spPr>
        </p:pic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8C098857-E541-4069-B9EA-AF75614C0ABE}"/>
                </a:ext>
              </a:extLst>
            </p:cNvPr>
            <p:cNvSpPr txBox="1"/>
            <p:nvPr/>
          </p:nvSpPr>
          <p:spPr>
            <a:xfrm>
              <a:off x="3258798" y="84039"/>
              <a:ext cx="5674404" cy="5480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15000"/>
                </a:lnSpc>
                <a:spcAft>
                  <a:spcPts val="800"/>
                </a:spcAft>
              </a:pPr>
              <a:endParaRPr lang="en-US" sz="2800" b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80" name="TextBox 79">
            <a:extLst>
              <a:ext uri="{FF2B5EF4-FFF2-40B4-BE49-F238E27FC236}">
                <a16:creationId xmlns:a16="http://schemas.microsoft.com/office/drawing/2014/main" id="{B1730EA9-5D31-6A27-C885-DB4534FC3D18}"/>
              </a:ext>
            </a:extLst>
          </p:cNvPr>
          <p:cNvSpPr txBox="1"/>
          <p:nvPr/>
        </p:nvSpPr>
        <p:spPr>
          <a:xfrm>
            <a:off x="1563147" y="30077"/>
            <a:ext cx="10140276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Finding 3: The "Wow" Insight (from Machine Learning)</a:t>
            </a:r>
            <a:endParaRPr sz="3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2" name="Picture 81">
            <a:extLst>
              <a:ext uri="{FF2B5EF4-FFF2-40B4-BE49-F238E27FC236}">
                <a16:creationId xmlns:a16="http://schemas.microsoft.com/office/drawing/2014/main" id="{20CA6D83-76D4-A262-81E1-BC17A2C711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93" y="1392036"/>
            <a:ext cx="5192637" cy="4244543"/>
          </a:xfrm>
          <a:prstGeom prst="rect">
            <a:avLst/>
          </a:prstGeom>
        </p:spPr>
      </p:pic>
      <p:sp>
        <p:nvSpPr>
          <p:cNvPr id="84" name="TextBox 83">
            <a:extLst>
              <a:ext uri="{FF2B5EF4-FFF2-40B4-BE49-F238E27FC236}">
                <a16:creationId xmlns:a16="http://schemas.microsoft.com/office/drawing/2014/main" id="{408476DB-E44E-0560-3000-4558B71E817D}"/>
              </a:ext>
            </a:extLst>
          </p:cNvPr>
          <p:cNvSpPr txBox="1"/>
          <p:nvPr/>
        </p:nvSpPr>
        <p:spPr>
          <a:xfrm>
            <a:off x="5630392" y="1361257"/>
            <a:ext cx="6368529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Social Equity = A Critical Financial Indicator</a:t>
            </a: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most accurate predictive model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was 24% more accurate than the standard regression model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model's #1 predictor was clearly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log_sum_insured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which we expected.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"Wow" Insight: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 ranked % Female and % Marginal farmers as the #2 and #3 most important features for predicting a district's premium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demographic factors were more predictive than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total_policies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area_insured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CFF96D8E-1472-B6B7-9135-B6DB40BAD35E}"/>
              </a:ext>
            </a:extLst>
          </p:cNvPr>
          <p:cNvSpPr txBox="1"/>
          <p:nvPr/>
        </p:nvSpPr>
        <p:spPr>
          <a:xfrm>
            <a:off x="452498" y="5686616"/>
            <a:ext cx="1128700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proves that social inclusivity is a </a:t>
            </a:r>
            <a:r>
              <a:rPr lang="en-US" i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critical financial predictor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not just a social goal. The model </a:t>
            </a:r>
            <a:r>
              <a:rPr lang="en-US" i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needed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this data to make its most accurate predictions.</a:t>
            </a:r>
            <a:endParaRPr lang="en-IN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53825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" name="Group 78">
            <a:extLst>
              <a:ext uri="{FF2B5EF4-FFF2-40B4-BE49-F238E27FC236}">
                <a16:creationId xmlns:a16="http://schemas.microsoft.com/office/drawing/2014/main" id="{8AB83803-82FF-4FDF-A9E4-FA57E548D4DF}"/>
              </a:ext>
            </a:extLst>
          </p:cNvPr>
          <p:cNvGrpSpPr/>
          <p:nvPr/>
        </p:nvGrpSpPr>
        <p:grpSpPr>
          <a:xfrm>
            <a:off x="0" y="-699"/>
            <a:ext cx="12196232" cy="6859933"/>
            <a:chOff x="0" y="-699"/>
            <a:chExt cx="12196232" cy="6859933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4F7233E0-8B4C-403F-B4DC-1EAABD525929}"/>
                </a:ext>
              </a:extLst>
            </p:cNvPr>
            <p:cNvGrpSpPr/>
            <p:nvPr/>
          </p:nvGrpSpPr>
          <p:grpSpPr>
            <a:xfrm>
              <a:off x="4232" y="6382984"/>
              <a:ext cx="12192000" cy="476250"/>
              <a:chOff x="0" y="6381750"/>
              <a:chExt cx="12192000" cy="476250"/>
            </a:xfrm>
            <a:solidFill>
              <a:srgbClr val="C00000"/>
            </a:solidFill>
          </p:grpSpPr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C3EDFE22-777C-4E40-82E4-FD5DB11D8B63}"/>
                  </a:ext>
                </a:extLst>
              </p:cNvPr>
              <p:cNvSpPr/>
              <p:nvPr/>
            </p:nvSpPr>
            <p:spPr>
              <a:xfrm>
                <a:off x="0" y="6381750"/>
                <a:ext cx="12192000" cy="47625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grpSp>
            <p:nvGrpSpPr>
              <p:cNvPr id="4" name="Group 3">
                <a:extLst>
                  <a:ext uri="{FF2B5EF4-FFF2-40B4-BE49-F238E27FC236}">
                    <a16:creationId xmlns:a16="http://schemas.microsoft.com/office/drawing/2014/main" id="{314080B3-0E2C-457A-A722-47CA48E69C19}"/>
                  </a:ext>
                </a:extLst>
              </p:cNvPr>
              <p:cNvGrpSpPr/>
              <p:nvPr/>
            </p:nvGrpSpPr>
            <p:grpSpPr>
              <a:xfrm>
                <a:off x="160089" y="6467143"/>
                <a:ext cx="4087748" cy="273466"/>
                <a:chOff x="4366684" y="2926127"/>
                <a:chExt cx="3278335" cy="2571063"/>
              </a:xfrm>
              <a:grpFill/>
            </p:grpSpPr>
            <p:sp>
              <p:nvSpPr>
                <p:cNvPr id="5" name="Freeform: Shape 4">
                  <a:extLst>
                    <a:ext uri="{FF2B5EF4-FFF2-40B4-BE49-F238E27FC236}">
                      <a16:creationId xmlns:a16="http://schemas.microsoft.com/office/drawing/2014/main" id="{375F0EE2-DB06-4E1C-9F66-EAACEFA99A97}"/>
                    </a:ext>
                  </a:extLst>
                </p:cNvPr>
                <p:cNvSpPr/>
                <p:nvPr/>
              </p:nvSpPr>
              <p:spPr>
                <a:xfrm>
                  <a:off x="4744501" y="2926994"/>
                  <a:ext cx="72212" cy="2394576"/>
                </a:xfrm>
                <a:custGeom>
                  <a:avLst/>
                  <a:gdLst>
                    <a:gd name="connsiteX0" fmla="*/ 0 w 192640"/>
                    <a:gd name="connsiteY0" fmla="*/ 6393351 h 6387957"/>
                    <a:gd name="connsiteX1" fmla="*/ 0 w 192640"/>
                    <a:gd name="connsiteY1" fmla="*/ 0 h 6387957"/>
                    <a:gd name="connsiteX2" fmla="*/ 198034 w 192640"/>
                    <a:gd name="connsiteY2" fmla="*/ 0 h 6387957"/>
                    <a:gd name="connsiteX3" fmla="*/ 198034 w 192640"/>
                    <a:gd name="connsiteY3" fmla="*/ 639335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2640" h="6387957">
                      <a:moveTo>
                        <a:pt x="0" y="6393351"/>
                      </a:moveTo>
                      <a:cubicBezTo>
                        <a:pt x="0" y="4261207"/>
                        <a:pt x="0" y="2132145"/>
                        <a:pt x="0" y="0"/>
                      </a:cubicBezTo>
                      <a:cubicBezTo>
                        <a:pt x="67039" y="0"/>
                        <a:pt x="131766" y="0"/>
                        <a:pt x="198034" y="0"/>
                      </a:cubicBezTo>
                      <a:cubicBezTo>
                        <a:pt x="198034" y="2132145"/>
                        <a:pt x="198034" y="4261207"/>
                        <a:pt x="198034" y="639335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6" name="Freeform: Shape 5">
                  <a:extLst>
                    <a:ext uri="{FF2B5EF4-FFF2-40B4-BE49-F238E27FC236}">
                      <a16:creationId xmlns:a16="http://schemas.microsoft.com/office/drawing/2014/main" id="{175E547C-4DF2-4010-A85D-7C2F6E73C80D}"/>
                    </a:ext>
                  </a:extLst>
                </p:cNvPr>
                <p:cNvSpPr/>
                <p:nvPr/>
              </p:nvSpPr>
              <p:spPr>
                <a:xfrm>
                  <a:off x="4676621" y="2926994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258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2581"/>
                      </a:moveTo>
                      <a:cubicBezTo>
                        <a:pt x="0" y="4261207"/>
                        <a:pt x="0" y="2131374"/>
                        <a:pt x="0" y="0"/>
                      </a:cubicBezTo>
                      <a:cubicBezTo>
                        <a:pt x="34675" y="0"/>
                        <a:pt x="67809" y="0"/>
                        <a:pt x="103255" y="0"/>
                      </a:cubicBezTo>
                      <a:cubicBezTo>
                        <a:pt x="103255" y="2130603"/>
                        <a:pt x="103255" y="4260437"/>
                        <a:pt x="10325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7" name="Freeform: Shape 6">
                  <a:extLst>
                    <a:ext uri="{FF2B5EF4-FFF2-40B4-BE49-F238E27FC236}">
                      <a16:creationId xmlns:a16="http://schemas.microsoft.com/office/drawing/2014/main" id="{3F8BF4F1-A2B9-4C23-BC26-20CA699DD57A}"/>
                    </a:ext>
                  </a:extLst>
                </p:cNvPr>
                <p:cNvSpPr/>
                <p:nvPr/>
              </p:nvSpPr>
              <p:spPr>
                <a:xfrm>
                  <a:off x="5706626" y="2927282"/>
                  <a:ext cx="109764" cy="2394576"/>
                </a:xfrm>
                <a:custGeom>
                  <a:avLst/>
                  <a:gdLst>
                    <a:gd name="connsiteX0" fmla="*/ 0 w 292813"/>
                    <a:gd name="connsiteY0" fmla="*/ 6392581 h 6387957"/>
                    <a:gd name="connsiteX1" fmla="*/ 0 w 292813"/>
                    <a:gd name="connsiteY1" fmla="*/ 0 h 6387957"/>
                    <a:gd name="connsiteX2" fmla="*/ 295125 w 292813"/>
                    <a:gd name="connsiteY2" fmla="*/ 0 h 6387957"/>
                    <a:gd name="connsiteX3" fmla="*/ 295125 w 29281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92813" h="6387957">
                      <a:moveTo>
                        <a:pt x="0" y="6392581"/>
                      </a:moveTo>
                      <a:cubicBezTo>
                        <a:pt x="0" y="4261978"/>
                        <a:pt x="0" y="2132145"/>
                        <a:pt x="0" y="0"/>
                      </a:cubicBezTo>
                      <a:cubicBezTo>
                        <a:pt x="97091" y="0"/>
                        <a:pt x="194952" y="0"/>
                        <a:pt x="295125" y="0"/>
                      </a:cubicBezTo>
                      <a:cubicBezTo>
                        <a:pt x="295125" y="2130603"/>
                        <a:pt x="295125" y="4259666"/>
                        <a:pt x="29512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8" name="Freeform: Shape 7">
                  <a:extLst>
                    <a:ext uri="{FF2B5EF4-FFF2-40B4-BE49-F238E27FC236}">
                      <a16:creationId xmlns:a16="http://schemas.microsoft.com/office/drawing/2014/main" id="{1BB7A337-F067-4346-AD27-97742504B3F6}"/>
                    </a:ext>
                  </a:extLst>
                </p:cNvPr>
                <p:cNvSpPr/>
                <p:nvPr/>
              </p:nvSpPr>
              <p:spPr>
                <a:xfrm>
                  <a:off x="5022376" y="2926994"/>
                  <a:ext cx="75101" cy="2394576"/>
                </a:xfrm>
                <a:custGeom>
                  <a:avLst/>
                  <a:gdLst>
                    <a:gd name="connsiteX0" fmla="*/ 0 w 200346"/>
                    <a:gd name="connsiteY0" fmla="*/ 6392581 h 6387957"/>
                    <a:gd name="connsiteX1" fmla="*/ 0 w 200346"/>
                    <a:gd name="connsiteY1" fmla="*/ 0 h 6387957"/>
                    <a:gd name="connsiteX2" fmla="*/ 201117 w 200346"/>
                    <a:gd name="connsiteY2" fmla="*/ 0 h 6387957"/>
                    <a:gd name="connsiteX3" fmla="*/ 201117 w 200346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00346" h="6387957">
                      <a:moveTo>
                        <a:pt x="0" y="6392581"/>
                      </a:moveTo>
                      <a:cubicBezTo>
                        <a:pt x="0" y="4261207"/>
                        <a:pt x="0" y="2132145"/>
                        <a:pt x="0" y="0"/>
                      </a:cubicBezTo>
                      <a:cubicBezTo>
                        <a:pt x="67039" y="0"/>
                        <a:pt x="133307" y="0"/>
                        <a:pt x="201117" y="0"/>
                      </a:cubicBezTo>
                      <a:cubicBezTo>
                        <a:pt x="201117" y="2131374"/>
                        <a:pt x="201117" y="4260437"/>
                        <a:pt x="201117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9" name="Freeform: Shape 8">
                  <a:extLst>
                    <a:ext uri="{FF2B5EF4-FFF2-40B4-BE49-F238E27FC236}">
                      <a16:creationId xmlns:a16="http://schemas.microsoft.com/office/drawing/2014/main" id="{8E795506-C19E-4D33-8ECE-0DF520B3AEFE}"/>
                    </a:ext>
                  </a:extLst>
                </p:cNvPr>
                <p:cNvSpPr/>
                <p:nvPr/>
              </p:nvSpPr>
              <p:spPr>
                <a:xfrm>
                  <a:off x="4877829" y="2926994"/>
                  <a:ext cx="72212" cy="2394576"/>
                </a:xfrm>
                <a:custGeom>
                  <a:avLst/>
                  <a:gdLst>
                    <a:gd name="connsiteX0" fmla="*/ 0 w 192640"/>
                    <a:gd name="connsiteY0" fmla="*/ 6392581 h 6387957"/>
                    <a:gd name="connsiteX1" fmla="*/ 0 w 192640"/>
                    <a:gd name="connsiteY1" fmla="*/ 0 h 6387957"/>
                    <a:gd name="connsiteX2" fmla="*/ 198805 w 192640"/>
                    <a:gd name="connsiteY2" fmla="*/ 0 h 6387957"/>
                    <a:gd name="connsiteX3" fmla="*/ 198805 w 192640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2640" h="6387957">
                      <a:moveTo>
                        <a:pt x="0" y="6392581"/>
                      </a:moveTo>
                      <a:cubicBezTo>
                        <a:pt x="0" y="4261207"/>
                        <a:pt x="0" y="2131374"/>
                        <a:pt x="0" y="0"/>
                      </a:cubicBezTo>
                      <a:cubicBezTo>
                        <a:pt x="67039" y="0"/>
                        <a:pt x="131766" y="0"/>
                        <a:pt x="198805" y="0"/>
                      </a:cubicBezTo>
                      <a:cubicBezTo>
                        <a:pt x="198805" y="2130603"/>
                        <a:pt x="198805" y="4260437"/>
                        <a:pt x="19880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0" name="Freeform: Shape 9">
                  <a:extLst>
                    <a:ext uri="{FF2B5EF4-FFF2-40B4-BE49-F238E27FC236}">
                      <a16:creationId xmlns:a16="http://schemas.microsoft.com/office/drawing/2014/main" id="{3735ADE9-DFBC-40FF-A853-DDEAE403ED0E}"/>
                    </a:ext>
                  </a:extLst>
                </p:cNvPr>
                <p:cNvSpPr/>
                <p:nvPr/>
              </p:nvSpPr>
              <p:spPr>
                <a:xfrm>
                  <a:off x="4559765" y="2926994"/>
                  <a:ext cx="72212" cy="2394576"/>
                </a:xfrm>
                <a:custGeom>
                  <a:avLst/>
                  <a:gdLst>
                    <a:gd name="connsiteX0" fmla="*/ 0 w 192640"/>
                    <a:gd name="connsiteY0" fmla="*/ 6393351 h 6387957"/>
                    <a:gd name="connsiteX1" fmla="*/ 0 w 192640"/>
                    <a:gd name="connsiteY1" fmla="*/ 0 h 6387957"/>
                    <a:gd name="connsiteX2" fmla="*/ 198034 w 192640"/>
                    <a:gd name="connsiteY2" fmla="*/ 0 h 6387957"/>
                    <a:gd name="connsiteX3" fmla="*/ 198034 w 192640"/>
                    <a:gd name="connsiteY3" fmla="*/ 639335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2640" h="6387957">
                      <a:moveTo>
                        <a:pt x="0" y="6393351"/>
                      </a:moveTo>
                      <a:cubicBezTo>
                        <a:pt x="0" y="4261207"/>
                        <a:pt x="0" y="2132145"/>
                        <a:pt x="0" y="0"/>
                      </a:cubicBezTo>
                      <a:cubicBezTo>
                        <a:pt x="67039" y="0"/>
                        <a:pt x="131766" y="0"/>
                        <a:pt x="198034" y="0"/>
                      </a:cubicBezTo>
                      <a:cubicBezTo>
                        <a:pt x="198034" y="2132145"/>
                        <a:pt x="198034" y="4261207"/>
                        <a:pt x="198034" y="639335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1" name="Freeform: Shape 10">
                  <a:extLst>
                    <a:ext uri="{FF2B5EF4-FFF2-40B4-BE49-F238E27FC236}">
                      <a16:creationId xmlns:a16="http://schemas.microsoft.com/office/drawing/2014/main" id="{45B816DB-E16D-434D-9DDC-1E4BB22E411A}"/>
                    </a:ext>
                  </a:extLst>
                </p:cNvPr>
                <p:cNvSpPr/>
                <p:nvPr/>
              </p:nvSpPr>
              <p:spPr>
                <a:xfrm>
                  <a:off x="4433987" y="2926705"/>
                  <a:ext cx="37550" cy="2567886"/>
                </a:xfrm>
                <a:custGeom>
                  <a:avLst/>
                  <a:gdLst>
                    <a:gd name="connsiteX0" fmla="*/ 0 w 100173"/>
                    <a:gd name="connsiteY0" fmla="*/ 6854918 h 6850294"/>
                    <a:gd name="connsiteX1" fmla="*/ 0 w 100173"/>
                    <a:gd name="connsiteY1" fmla="*/ 0 h 6850294"/>
                    <a:gd name="connsiteX2" fmla="*/ 103255 w 100173"/>
                    <a:gd name="connsiteY2" fmla="*/ 0 h 6850294"/>
                    <a:gd name="connsiteX3" fmla="*/ 103255 w 100173"/>
                    <a:gd name="connsiteY3" fmla="*/ 6854918 h 68502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850294">
                      <a:moveTo>
                        <a:pt x="0" y="6854918"/>
                      </a:moveTo>
                      <a:cubicBezTo>
                        <a:pt x="0" y="4570202"/>
                        <a:pt x="0" y="2286257"/>
                        <a:pt x="0" y="0"/>
                      </a:cubicBezTo>
                      <a:cubicBezTo>
                        <a:pt x="34675" y="0"/>
                        <a:pt x="67809" y="0"/>
                        <a:pt x="103255" y="0"/>
                      </a:cubicBezTo>
                      <a:cubicBezTo>
                        <a:pt x="103255" y="2284716"/>
                        <a:pt x="103255" y="4567891"/>
                        <a:pt x="103255" y="6854918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2" name="Freeform: Shape 11">
                  <a:extLst>
                    <a:ext uri="{FF2B5EF4-FFF2-40B4-BE49-F238E27FC236}">
                      <a16:creationId xmlns:a16="http://schemas.microsoft.com/office/drawing/2014/main" id="{D5D6C9B3-F26D-4538-B939-0107B961839D}"/>
                    </a:ext>
                  </a:extLst>
                </p:cNvPr>
                <p:cNvSpPr/>
                <p:nvPr/>
              </p:nvSpPr>
              <p:spPr>
                <a:xfrm>
                  <a:off x="4366684" y="2927282"/>
                  <a:ext cx="37550" cy="2567886"/>
                </a:xfrm>
                <a:custGeom>
                  <a:avLst/>
                  <a:gdLst>
                    <a:gd name="connsiteX0" fmla="*/ 0 w 100173"/>
                    <a:gd name="connsiteY0" fmla="*/ 6854148 h 6850294"/>
                    <a:gd name="connsiteX1" fmla="*/ 0 w 100173"/>
                    <a:gd name="connsiteY1" fmla="*/ 0 h 6850294"/>
                    <a:gd name="connsiteX2" fmla="*/ 103255 w 100173"/>
                    <a:gd name="connsiteY2" fmla="*/ 0 h 6850294"/>
                    <a:gd name="connsiteX3" fmla="*/ 103255 w 100173"/>
                    <a:gd name="connsiteY3" fmla="*/ 6854918 h 68502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850294">
                      <a:moveTo>
                        <a:pt x="0" y="6854148"/>
                      </a:moveTo>
                      <a:cubicBezTo>
                        <a:pt x="0" y="4569432"/>
                        <a:pt x="0" y="2286257"/>
                        <a:pt x="0" y="0"/>
                      </a:cubicBezTo>
                      <a:cubicBezTo>
                        <a:pt x="33905" y="0"/>
                        <a:pt x="67809" y="0"/>
                        <a:pt x="103255" y="0"/>
                      </a:cubicBezTo>
                      <a:cubicBezTo>
                        <a:pt x="103255" y="2285486"/>
                        <a:pt x="103255" y="4568661"/>
                        <a:pt x="103255" y="6854918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3" name="Freeform: Shape 12">
                  <a:extLst>
                    <a:ext uri="{FF2B5EF4-FFF2-40B4-BE49-F238E27FC236}">
                      <a16:creationId xmlns:a16="http://schemas.microsoft.com/office/drawing/2014/main" id="{EC07D1C9-009A-483F-95D8-AE22DC2CD8D8}"/>
                    </a:ext>
                  </a:extLst>
                </p:cNvPr>
                <p:cNvSpPr/>
                <p:nvPr/>
              </p:nvSpPr>
              <p:spPr>
                <a:xfrm>
                  <a:off x="5957386" y="2926705"/>
                  <a:ext cx="37550" cy="2567886"/>
                </a:xfrm>
                <a:custGeom>
                  <a:avLst/>
                  <a:gdLst>
                    <a:gd name="connsiteX0" fmla="*/ 0 w 100173"/>
                    <a:gd name="connsiteY0" fmla="*/ 6854918 h 6850294"/>
                    <a:gd name="connsiteX1" fmla="*/ 0 w 100173"/>
                    <a:gd name="connsiteY1" fmla="*/ 0 h 6850294"/>
                    <a:gd name="connsiteX2" fmla="*/ 103255 w 100173"/>
                    <a:gd name="connsiteY2" fmla="*/ 0 h 6850294"/>
                    <a:gd name="connsiteX3" fmla="*/ 103255 w 100173"/>
                    <a:gd name="connsiteY3" fmla="*/ 6854918 h 68502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850294">
                      <a:moveTo>
                        <a:pt x="0" y="6854918"/>
                      </a:moveTo>
                      <a:cubicBezTo>
                        <a:pt x="0" y="4570202"/>
                        <a:pt x="0" y="2286257"/>
                        <a:pt x="0" y="0"/>
                      </a:cubicBezTo>
                      <a:cubicBezTo>
                        <a:pt x="34675" y="0"/>
                        <a:pt x="67809" y="0"/>
                        <a:pt x="103255" y="0"/>
                      </a:cubicBezTo>
                      <a:cubicBezTo>
                        <a:pt x="103255" y="2283945"/>
                        <a:pt x="103255" y="4567891"/>
                        <a:pt x="103255" y="6854918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4" name="Freeform: Shape 13">
                  <a:extLst>
                    <a:ext uri="{FF2B5EF4-FFF2-40B4-BE49-F238E27FC236}">
                      <a16:creationId xmlns:a16="http://schemas.microsoft.com/office/drawing/2014/main" id="{F54B353B-E09D-4957-842E-D8AD4D49A921}"/>
                    </a:ext>
                  </a:extLst>
                </p:cNvPr>
                <p:cNvSpPr/>
                <p:nvPr/>
              </p:nvSpPr>
              <p:spPr>
                <a:xfrm>
                  <a:off x="6024689" y="2926127"/>
                  <a:ext cx="37550" cy="2567886"/>
                </a:xfrm>
                <a:custGeom>
                  <a:avLst/>
                  <a:gdLst>
                    <a:gd name="connsiteX0" fmla="*/ 0 w 100173"/>
                    <a:gd name="connsiteY0" fmla="*/ 6857230 h 6850294"/>
                    <a:gd name="connsiteX1" fmla="*/ 0 w 100173"/>
                    <a:gd name="connsiteY1" fmla="*/ 0 h 6850294"/>
                    <a:gd name="connsiteX2" fmla="*/ 52398 w 100173"/>
                    <a:gd name="connsiteY2" fmla="*/ 0 h 6850294"/>
                    <a:gd name="connsiteX3" fmla="*/ 103255 w 100173"/>
                    <a:gd name="connsiteY3" fmla="*/ 0 h 6850294"/>
                    <a:gd name="connsiteX4" fmla="*/ 103255 w 100173"/>
                    <a:gd name="connsiteY4" fmla="*/ 6857230 h 68502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00173" h="6850294">
                      <a:moveTo>
                        <a:pt x="0" y="6857230"/>
                      </a:moveTo>
                      <a:cubicBezTo>
                        <a:pt x="0" y="4572514"/>
                        <a:pt x="0" y="2288569"/>
                        <a:pt x="0" y="0"/>
                      </a:cubicBezTo>
                      <a:cubicBezTo>
                        <a:pt x="17723" y="0"/>
                        <a:pt x="34675" y="0"/>
                        <a:pt x="52398" y="0"/>
                      </a:cubicBezTo>
                      <a:cubicBezTo>
                        <a:pt x="68580" y="0"/>
                        <a:pt x="84762" y="0"/>
                        <a:pt x="103255" y="0"/>
                      </a:cubicBezTo>
                      <a:cubicBezTo>
                        <a:pt x="103255" y="2287798"/>
                        <a:pt x="103255" y="4571743"/>
                        <a:pt x="103255" y="6857230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5" name="Freeform: Shape 14">
                  <a:extLst>
                    <a:ext uri="{FF2B5EF4-FFF2-40B4-BE49-F238E27FC236}">
                      <a16:creationId xmlns:a16="http://schemas.microsoft.com/office/drawing/2014/main" id="{C60F81BD-F891-48DF-8E0D-BDC05CBC7452}"/>
                    </a:ext>
                  </a:extLst>
                </p:cNvPr>
                <p:cNvSpPr/>
                <p:nvPr/>
              </p:nvSpPr>
              <p:spPr>
                <a:xfrm>
                  <a:off x="5890084" y="2926994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2581 h 6387957"/>
                    <a:gd name="connsiteX1" fmla="*/ 0 w 100173"/>
                    <a:gd name="connsiteY1" fmla="*/ 0 h 6387957"/>
                    <a:gd name="connsiteX2" fmla="*/ 101714 w 100173"/>
                    <a:gd name="connsiteY2" fmla="*/ 0 h 6387957"/>
                    <a:gd name="connsiteX3" fmla="*/ 101714 w 10017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2581"/>
                      </a:moveTo>
                      <a:cubicBezTo>
                        <a:pt x="0" y="4262748"/>
                        <a:pt x="0" y="2132145"/>
                        <a:pt x="0" y="0"/>
                      </a:cubicBezTo>
                      <a:cubicBezTo>
                        <a:pt x="33904" y="0"/>
                        <a:pt x="67039" y="0"/>
                        <a:pt x="101714" y="0"/>
                      </a:cubicBezTo>
                      <a:cubicBezTo>
                        <a:pt x="101714" y="2130603"/>
                        <a:pt x="101714" y="4260437"/>
                        <a:pt x="101714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6" name="Freeform: Shape 15">
                  <a:extLst>
                    <a:ext uri="{FF2B5EF4-FFF2-40B4-BE49-F238E27FC236}">
                      <a16:creationId xmlns:a16="http://schemas.microsoft.com/office/drawing/2014/main" id="{09F9B5B4-A975-4BC1-A4E4-F4869117A798}"/>
                    </a:ext>
                  </a:extLst>
                </p:cNvPr>
                <p:cNvSpPr/>
                <p:nvPr/>
              </p:nvSpPr>
              <p:spPr>
                <a:xfrm>
                  <a:off x="6091991" y="2926994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335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335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3351"/>
                      </a:moveTo>
                      <a:cubicBezTo>
                        <a:pt x="0" y="4261978"/>
                        <a:pt x="0" y="2132915"/>
                        <a:pt x="0" y="0"/>
                      </a:cubicBezTo>
                      <a:cubicBezTo>
                        <a:pt x="34675" y="0"/>
                        <a:pt x="67809" y="0"/>
                        <a:pt x="103255" y="0"/>
                      </a:cubicBezTo>
                      <a:cubicBezTo>
                        <a:pt x="103255" y="2131374"/>
                        <a:pt x="103255" y="4261207"/>
                        <a:pt x="103255" y="639335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7" name="Freeform: Shape 16">
                  <a:extLst>
                    <a:ext uri="{FF2B5EF4-FFF2-40B4-BE49-F238E27FC236}">
                      <a16:creationId xmlns:a16="http://schemas.microsoft.com/office/drawing/2014/main" id="{F0F04A50-70C0-4152-B892-712F604BB364}"/>
                    </a:ext>
                  </a:extLst>
                </p:cNvPr>
                <p:cNvSpPr/>
                <p:nvPr/>
              </p:nvSpPr>
              <p:spPr>
                <a:xfrm>
                  <a:off x="7139759" y="2926994"/>
                  <a:ext cx="109764" cy="2394576"/>
                </a:xfrm>
                <a:custGeom>
                  <a:avLst/>
                  <a:gdLst>
                    <a:gd name="connsiteX0" fmla="*/ 0 w 292813"/>
                    <a:gd name="connsiteY0" fmla="*/ 6393351 h 6387957"/>
                    <a:gd name="connsiteX1" fmla="*/ 0 w 292813"/>
                    <a:gd name="connsiteY1" fmla="*/ 0 h 6387957"/>
                    <a:gd name="connsiteX2" fmla="*/ 295125 w 292813"/>
                    <a:gd name="connsiteY2" fmla="*/ 0 h 6387957"/>
                    <a:gd name="connsiteX3" fmla="*/ 295125 w 292813"/>
                    <a:gd name="connsiteY3" fmla="*/ 639335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92813" h="6387957">
                      <a:moveTo>
                        <a:pt x="0" y="6393351"/>
                      </a:moveTo>
                      <a:cubicBezTo>
                        <a:pt x="0" y="4261207"/>
                        <a:pt x="0" y="2131374"/>
                        <a:pt x="0" y="0"/>
                      </a:cubicBezTo>
                      <a:cubicBezTo>
                        <a:pt x="99403" y="0"/>
                        <a:pt x="196493" y="0"/>
                        <a:pt x="295125" y="0"/>
                      </a:cubicBezTo>
                      <a:cubicBezTo>
                        <a:pt x="295125" y="2132145"/>
                        <a:pt x="295125" y="4261207"/>
                        <a:pt x="295125" y="639335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8" name="Freeform: Shape 17">
                  <a:extLst>
                    <a:ext uri="{FF2B5EF4-FFF2-40B4-BE49-F238E27FC236}">
                      <a16:creationId xmlns:a16="http://schemas.microsoft.com/office/drawing/2014/main" id="{71D9C88D-AEA2-48F6-AF2B-D383D97E3535}"/>
                    </a:ext>
                  </a:extLst>
                </p:cNvPr>
                <p:cNvSpPr/>
                <p:nvPr/>
              </p:nvSpPr>
              <p:spPr>
                <a:xfrm>
                  <a:off x="7280788" y="2926994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258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2581"/>
                      </a:moveTo>
                      <a:cubicBezTo>
                        <a:pt x="0" y="4261207"/>
                        <a:pt x="0" y="2131374"/>
                        <a:pt x="0" y="0"/>
                      </a:cubicBezTo>
                      <a:cubicBezTo>
                        <a:pt x="34675" y="0"/>
                        <a:pt x="67809" y="0"/>
                        <a:pt x="103255" y="0"/>
                      </a:cubicBezTo>
                      <a:cubicBezTo>
                        <a:pt x="103255" y="2130603"/>
                        <a:pt x="103255" y="4260437"/>
                        <a:pt x="10325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9" name="Freeform: Shape 18">
                  <a:extLst>
                    <a:ext uri="{FF2B5EF4-FFF2-40B4-BE49-F238E27FC236}">
                      <a16:creationId xmlns:a16="http://schemas.microsoft.com/office/drawing/2014/main" id="{AB8EEA47-0851-4500-8CE0-169E98978C2E}"/>
                    </a:ext>
                  </a:extLst>
                </p:cNvPr>
                <p:cNvSpPr/>
                <p:nvPr/>
              </p:nvSpPr>
              <p:spPr>
                <a:xfrm>
                  <a:off x="7349773" y="2926994"/>
                  <a:ext cx="109764" cy="2394576"/>
                </a:xfrm>
                <a:custGeom>
                  <a:avLst/>
                  <a:gdLst>
                    <a:gd name="connsiteX0" fmla="*/ 0 w 292813"/>
                    <a:gd name="connsiteY0" fmla="*/ 6393351 h 6387957"/>
                    <a:gd name="connsiteX1" fmla="*/ 0 w 292813"/>
                    <a:gd name="connsiteY1" fmla="*/ 0 h 6387957"/>
                    <a:gd name="connsiteX2" fmla="*/ 295125 w 292813"/>
                    <a:gd name="connsiteY2" fmla="*/ 0 h 6387957"/>
                    <a:gd name="connsiteX3" fmla="*/ 295125 w 292813"/>
                    <a:gd name="connsiteY3" fmla="*/ 639335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92813" h="6387957">
                      <a:moveTo>
                        <a:pt x="0" y="6393351"/>
                      </a:moveTo>
                      <a:cubicBezTo>
                        <a:pt x="0" y="4261207"/>
                        <a:pt x="0" y="2132145"/>
                        <a:pt x="0" y="0"/>
                      </a:cubicBezTo>
                      <a:cubicBezTo>
                        <a:pt x="99402" y="0"/>
                        <a:pt x="195722" y="0"/>
                        <a:pt x="295125" y="0"/>
                      </a:cubicBezTo>
                      <a:cubicBezTo>
                        <a:pt x="295125" y="2132145"/>
                        <a:pt x="295125" y="4261207"/>
                        <a:pt x="295125" y="639335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20" name="Freeform: Shape 19">
                  <a:extLst>
                    <a:ext uri="{FF2B5EF4-FFF2-40B4-BE49-F238E27FC236}">
                      <a16:creationId xmlns:a16="http://schemas.microsoft.com/office/drawing/2014/main" id="{99CB024E-C751-4D3B-A1FC-DB08068B1DB8}"/>
                    </a:ext>
                  </a:extLst>
                </p:cNvPr>
                <p:cNvSpPr/>
                <p:nvPr/>
              </p:nvSpPr>
              <p:spPr>
                <a:xfrm>
                  <a:off x="7548511" y="2927282"/>
                  <a:ext cx="41911" cy="2569908"/>
                </a:xfrm>
                <a:custGeom>
                  <a:avLst/>
                  <a:gdLst>
                    <a:gd name="connsiteX0" fmla="*/ 0 w 115584"/>
                    <a:gd name="connsiteY0" fmla="*/ 6753975 h 6850294"/>
                    <a:gd name="connsiteX1" fmla="*/ 13099 w 115584"/>
                    <a:gd name="connsiteY1" fmla="*/ 0 h 6850294"/>
                    <a:gd name="connsiteX2" fmla="*/ 118666 w 115584"/>
                    <a:gd name="connsiteY2" fmla="*/ 0 h 6850294"/>
                    <a:gd name="connsiteX3" fmla="*/ 118666 w 115584"/>
                    <a:gd name="connsiteY3" fmla="*/ 6855688 h 6850294"/>
                    <a:gd name="connsiteX0" fmla="*/ 0 w 111805"/>
                    <a:gd name="connsiteY0" fmla="*/ 6836322 h 6855688"/>
                    <a:gd name="connsiteX1" fmla="*/ 6237 w 111805"/>
                    <a:gd name="connsiteY1" fmla="*/ 0 h 6855688"/>
                    <a:gd name="connsiteX2" fmla="*/ 111804 w 111805"/>
                    <a:gd name="connsiteY2" fmla="*/ 0 h 6855688"/>
                    <a:gd name="connsiteX3" fmla="*/ 111804 w 111805"/>
                    <a:gd name="connsiteY3" fmla="*/ 6855688 h 6855688"/>
                    <a:gd name="connsiteX0" fmla="*/ 0 w 111804"/>
                    <a:gd name="connsiteY0" fmla="*/ 6853478 h 6855688"/>
                    <a:gd name="connsiteX1" fmla="*/ 6237 w 111804"/>
                    <a:gd name="connsiteY1" fmla="*/ 0 h 6855688"/>
                    <a:gd name="connsiteX2" fmla="*/ 111804 w 111804"/>
                    <a:gd name="connsiteY2" fmla="*/ 0 h 6855688"/>
                    <a:gd name="connsiteX3" fmla="*/ 111804 w 111804"/>
                    <a:gd name="connsiteY3" fmla="*/ 6855688 h 68556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11804" h="6855688">
                      <a:moveTo>
                        <a:pt x="0" y="6853478"/>
                      </a:moveTo>
                      <a:cubicBezTo>
                        <a:pt x="14640" y="4603437"/>
                        <a:pt x="3155" y="2253123"/>
                        <a:pt x="6237" y="0"/>
                      </a:cubicBezTo>
                      <a:lnTo>
                        <a:pt x="111804" y="0"/>
                      </a:lnTo>
                      <a:lnTo>
                        <a:pt x="111804" y="6855688"/>
                      </a:ln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21" name="Freeform: Shape 20">
                  <a:extLst>
                    <a:ext uri="{FF2B5EF4-FFF2-40B4-BE49-F238E27FC236}">
                      <a16:creationId xmlns:a16="http://schemas.microsoft.com/office/drawing/2014/main" id="{1BDA8D11-4AAC-43CC-B408-A388F56971AF}"/>
                    </a:ext>
                  </a:extLst>
                </p:cNvPr>
                <p:cNvSpPr/>
                <p:nvPr/>
              </p:nvSpPr>
              <p:spPr>
                <a:xfrm>
                  <a:off x="7485249" y="2926994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258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2581"/>
                      </a:moveTo>
                      <a:cubicBezTo>
                        <a:pt x="0" y="4261207"/>
                        <a:pt x="0" y="2131374"/>
                        <a:pt x="0" y="0"/>
                      </a:cubicBezTo>
                      <a:cubicBezTo>
                        <a:pt x="34675" y="0"/>
                        <a:pt x="67809" y="0"/>
                        <a:pt x="103255" y="0"/>
                      </a:cubicBezTo>
                      <a:cubicBezTo>
                        <a:pt x="103255" y="2130603"/>
                        <a:pt x="103255" y="4260437"/>
                        <a:pt x="10325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22" name="Freeform: Shape 21">
                  <a:extLst>
                    <a:ext uri="{FF2B5EF4-FFF2-40B4-BE49-F238E27FC236}">
                      <a16:creationId xmlns:a16="http://schemas.microsoft.com/office/drawing/2014/main" id="{3EE00667-7B8F-4892-BF72-8EA3745153E0}"/>
                    </a:ext>
                  </a:extLst>
                </p:cNvPr>
                <p:cNvSpPr/>
                <p:nvPr/>
              </p:nvSpPr>
              <p:spPr>
                <a:xfrm>
                  <a:off x="7616134" y="2926994"/>
                  <a:ext cx="28885" cy="2567886"/>
                </a:xfrm>
                <a:custGeom>
                  <a:avLst/>
                  <a:gdLst>
                    <a:gd name="connsiteX0" fmla="*/ 0 w 77056"/>
                    <a:gd name="connsiteY0" fmla="*/ 6854918 h 6850294"/>
                    <a:gd name="connsiteX1" fmla="*/ 0 w 77056"/>
                    <a:gd name="connsiteY1" fmla="*/ 0 h 6850294"/>
                    <a:gd name="connsiteX2" fmla="*/ 78597 w 77056"/>
                    <a:gd name="connsiteY2" fmla="*/ 0 h 6850294"/>
                    <a:gd name="connsiteX3" fmla="*/ 78597 w 77056"/>
                    <a:gd name="connsiteY3" fmla="*/ 6854918 h 68502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7056" h="6850294">
                      <a:moveTo>
                        <a:pt x="0" y="6854918"/>
                      </a:moveTo>
                      <a:cubicBezTo>
                        <a:pt x="0" y="4570202"/>
                        <a:pt x="0" y="2286257"/>
                        <a:pt x="0" y="0"/>
                      </a:cubicBezTo>
                      <a:cubicBezTo>
                        <a:pt x="25428" y="0"/>
                        <a:pt x="50087" y="0"/>
                        <a:pt x="78597" y="0"/>
                      </a:cubicBezTo>
                      <a:cubicBezTo>
                        <a:pt x="78597" y="2283175"/>
                        <a:pt x="78597" y="4566350"/>
                        <a:pt x="78597" y="6854918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23" name="Freeform: Shape 22">
                  <a:extLst>
                    <a:ext uri="{FF2B5EF4-FFF2-40B4-BE49-F238E27FC236}">
                      <a16:creationId xmlns:a16="http://schemas.microsoft.com/office/drawing/2014/main" id="{902A81A6-28D8-4522-B490-B37A255B8416}"/>
                    </a:ext>
                  </a:extLst>
                </p:cNvPr>
                <p:cNvSpPr/>
                <p:nvPr/>
              </p:nvSpPr>
              <p:spPr>
                <a:xfrm>
                  <a:off x="6838507" y="2926994"/>
                  <a:ext cx="109764" cy="2394576"/>
                </a:xfrm>
                <a:custGeom>
                  <a:avLst/>
                  <a:gdLst>
                    <a:gd name="connsiteX0" fmla="*/ 0 w 292813"/>
                    <a:gd name="connsiteY0" fmla="*/ 6393351 h 6387957"/>
                    <a:gd name="connsiteX1" fmla="*/ 0 w 292813"/>
                    <a:gd name="connsiteY1" fmla="*/ 0 h 6387957"/>
                    <a:gd name="connsiteX2" fmla="*/ 295125 w 292813"/>
                    <a:gd name="connsiteY2" fmla="*/ 0 h 6387957"/>
                    <a:gd name="connsiteX3" fmla="*/ 295125 w 292813"/>
                    <a:gd name="connsiteY3" fmla="*/ 639335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92813" h="6387957">
                      <a:moveTo>
                        <a:pt x="0" y="6393351"/>
                      </a:moveTo>
                      <a:cubicBezTo>
                        <a:pt x="0" y="4261207"/>
                        <a:pt x="0" y="2131374"/>
                        <a:pt x="0" y="0"/>
                      </a:cubicBezTo>
                      <a:cubicBezTo>
                        <a:pt x="99403" y="0"/>
                        <a:pt x="196493" y="0"/>
                        <a:pt x="295125" y="0"/>
                      </a:cubicBezTo>
                      <a:cubicBezTo>
                        <a:pt x="295125" y="2132145"/>
                        <a:pt x="295125" y="4261207"/>
                        <a:pt x="295125" y="639335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24" name="Freeform: Shape 23">
                  <a:extLst>
                    <a:ext uri="{FF2B5EF4-FFF2-40B4-BE49-F238E27FC236}">
                      <a16:creationId xmlns:a16="http://schemas.microsoft.com/office/drawing/2014/main" id="{2A569EB6-2490-40DF-9A4A-639E65D35F5C}"/>
                    </a:ext>
                  </a:extLst>
                </p:cNvPr>
                <p:cNvSpPr/>
                <p:nvPr/>
              </p:nvSpPr>
              <p:spPr>
                <a:xfrm>
                  <a:off x="6980994" y="2927282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258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2581"/>
                      </a:moveTo>
                      <a:cubicBezTo>
                        <a:pt x="0" y="4261978"/>
                        <a:pt x="0" y="2132145"/>
                        <a:pt x="0" y="0"/>
                      </a:cubicBezTo>
                      <a:cubicBezTo>
                        <a:pt x="33904" y="0"/>
                        <a:pt x="67809" y="0"/>
                        <a:pt x="103255" y="0"/>
                      </a:cubicBezTo>
                      <a:cubicBezTo>
                        <a:pt x="103255" y="2130603"/>
                        <a:pt x="103255" y="4258895"/>
                        <a:pt x="10325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25" name="Freeform: Shape 24">
                  <a:extLst>
                    <a:ext uri="{FF2B5EF4-FFF2-40B4-BE49-F238E27FC236}">
                      <a16:creationId xmlns:a16="http://schemas.microsoft.com/office/drawing/2014/main" id="{7DC04B7B-FFF7-4CAC-BF2B-7AF98E950FE2}"/>
                    </a:ext>
                  </a:extLst>
                </p:cNvPr>
                <p:cNvSpPr/>
                <p:nvPr/>
              </p:nvSpPr>
              <p:spPr>
                <a:xfrm>
                  <a:off x="7065051" y="2926994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258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2581"/>
                      </a:moveTo>
                      <a:cubicBezTo>
                        <a:pt x="0" y="4261978"/>
                        <a:pt x="0" y="2132145"/>
                        <a:pt x="0" y="0"/>
                      </a:cubicBezTo>
                      <a:cubicBezTo>
                        <a:pt x="33904" y="0"/>
                        <a:pt x="67809" y="0"/>
                        <a:pt x="103255" y="0"/>
                      </a:cubicBezTo>
                      <a:cubicBezTo>
                        <a:pt x="103255" y="2130603"/>
                        <a:pt x="103255" y="4258895"/>
                        <a:pt x="10325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26" name="Freeform: Shape 25">
                  <a:extLst>
                    <a:ext uri="{FF2B5EF4-FFF2-40B4-BE49-F238E27FC236}">
                      <a16:creationId xmlns:a16="http://schemas.microsoft.com/office/drawing/2014/main" id="{99FD279C-9B71-46A5-9519-57C2FDE43882}"/>
                    </a:ext>
                  </a:extLst>
                </p:cNvPr>
                <p:cNvSpPr/>
                <p:nvPr/>
              </p:nvSpPr>
              <p:spPr>
                <a:xfrm>
                  <a:off x="6754449" y="2926127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258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2581"/>
                      </a:moveTo>
                      <a:cubicBezTo>
                        <a:pt x="0" y="4261978"/>
                        <a:pt x="0" y="2132145"/>
                        <a:pt x="0" y="0"/>
                      </a:cubicBezTo>
                      <a:cubicBezTo>
                        <a:pt x="33905" y="0"/>
                        <a:pt x="67810" y="0"/>
                        <a:pt x="103255" y="0"/>
                      </a:cubicBezTo>
                      <a:cubicBezTo>
                        <a:pt x="103255" y="2131374"/>
                        <a:pt x="103255" y="4260436"/>
                        <a:pt x="10325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27" name="Freeform: Shape 26">
                  <a:extLst>
                    <a:ext uri="{FF2B5EF4-FFF2-40B4-BE49-F238E27FC236}">
                      <a16:creationId xmlns:a16="http://schemas.microsoft.com/office/drawing/2014/main" id="{E77F362F-1E3A-429A-8A7A-092562BB2825}"/>
                    </a:ext>
                  </a:extLst>
                </p:cNvPr>
                <p:cNvSpPr/>
                <p:nvPr/>
              </p:nvSpPr>
              <p:spPr>
                <a:xfrm>
                  <a:off x="6334914" y="2927282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335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335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3351"/>
                      </a:moveTo>
                      <a:cubicBezTo>
                        <a:pt x="0" y="4262748"/>
                        <a:pt x="0" y="2132915"/>
                        <a:pt x="0" y="0"/>
                      </a:cubicBezTo>
                      <a:cubicBezTo>
                        <a:pt x="33904" y="0"/>
                        <a:pt x="67809" y="0"/>
                        <a:pt x="103255" y="0"/>
                      </a:cubicBezTo>
                      <a:cubicBezTo>
                        <a:pt x="103255" y="2131374"/>
                        <a:pt x="103255" y="4260436"/>
                        <a:pt x="103255" y="639335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28" name="Freeform: Shape 27">
                  <a:extLst>
                    <a:ext uri="{FF2B5EF4-FFF2-40B4-BE49-F238E27FC236}">
                      <a16:creationId xmlns:a16="http://schemas.microsoft.com/office/drawing/2014/main" id="{BA25F615-E11E-4379-BA54-9819ACDC6FD8}"/>
                    </a:ext>
                  </a:extLst>
                </p:cNvPr>
                <p:cNvSpPr/>
                <p:nvPr/>
              </p:nvSpPr>
              <p:spPr>
                <a:xfrm>
                  <a:off x="6159871" y="2926127"/>
                  <a:ext cx="37550" cy="2397464"/>
                </a:xfrm>
                <a:custGeom>
                  <a:avLst/>
                  <a:gdLst>
                    <a:gd name="connsiteX0" fmla="*/ 0 w 100173"/>
                    <a:gd name="connsiteY0" fmla="*/ 6395663 h 6395662"/>
                    <a:gd name="connsiteX1" fmla="*/ 0 w 100173"/>
                    <a:gd name="connsiteY1" fmla="*/ 0 h 6395662"/>
                    <a:gd name="connsiteX2" fmla="*/ 52398 w 100173"/>
                    <a:gd name="connsiteY2" fmla="*/ 0 h 6395662"/>
                    <a:gd name="connsiteX3" fmla="*/ 103255 w 100173"/>
                    <a:gd name="connsiteY3" fmla="*/ 0 h 6395662"/>
                    <a:gd name="connsiteX4" fmla="*/ 103255 w 100173"/>
                    <a:gd name="connsiteY4" fmla="*/ 6395663 h 63956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00173" h="6395662">
                      <a:moveTo>
                        <a:pt x="0" y="6395663"/>
                      </a:moveTo>
                      <a:cubicBezTo>
                        <a:pt x="0" y="4265060"/>
                        <a:pt x="0" y="2135227"/>
                        <a:pt x="0" y="0"/>
                      </a:cubicBezTo>
                      <a:cubicBezTo>
                        <a:pt x="17723" y="0"/>
                        <a:pt x="34675" y="0"/>
                        <a:pt x="52398" y="0"/>
                      </a:cubicBezTo>
                      <a:cubicBezTo>
                        <a:pt x="68580" y="0"/>
                        <a:pt x="84762" y="0"/>
                        <a:pt x="103255" y="0"/>
                      </a:cubicBezTo>
                      <a:cubicBezTo>
                        <a:pt x="103255" y="2132915"/>
                        <a:pt x="103255" y="4261977"/>
                        <a:pt x="103255" y="6395663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29" name="Freeform: Shape 28">
                  <a:extLst>
                    <a:ext uri="{FF2B5EF4-FFF2-40B4-BE49-F238E27FC236}">
                      <a16:creationId xmlns:a16="http://schemas.microsoft.com/office/drawing/2014/main" id="{43767ECE-21FE-4B4C-89B1-0E19BEADDA56}"/>
                    </a:ext>
                  </a:extLst>
                </p:cNvPr>
                <p:cNvSpPr/>
                <p:nvPr/>
              </p:nvSpPr>
              <p:spPr>
                <a:xfrm>
                  <a:off x="6231712" y="2926127"/>
                  <a:ext cx="72212" cy="2394576"/>
                </a:xfrm>
                <a:custGeom>
                  <a:avLst/>
                  <a:gdLst>
                    <a:gd name="connsiteX0" fmla="*/ 0 w 192640"/>
                    <a:gd name="connsiteY0" fmla="*/ 6392581 h 6387957"/>
                    <a:gd name="connsiteX1" fmla="*/ 0 w 192640"/>
                    <a:gd name="connsiteY1" fmla="*/ 0 h 6387957"/>
                    <a:gd name="connsiteX2" fmla="*/ 198805 w 192640"/>
                    <a:gd name="connsiteY2" fmla="*/ 0 h 6387957"/>
                    <a:gd name="connsiteX3" fmla="*/ 198805 w 192640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2640" h="6387957">
                      <a:moveTo>
                        <a:pt x="0" y="6392581"/>
                      </a:moveTo>
                      <a:cubicBezTo>
                        <a:pt x="0" y="4261207"/>
                        <a:pt x="0" y="2132145"/>
                        <a:pt x="0" y="0"/>
                      </a:cubicBezTo>
                      <a:cubicBezTo>
                        <a:pt x="66268" y="0"/>
                        <a:pt x="131766" y="0"/>
                        <a:pt x="198805" y="0"/>
                      </a:cubicBezTo>
                      <a:cubicBezTo>
                        <a:pt x="198805" y="2131374"/>
                        <a:pt x="198805" y="4261207"/>
                        <a:pt x="19880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30" name="Freeform: Shape 29">
                  <a:extLst>
                    <a:ext uri="{FF2B5EF4-FFF2-40B4-BE49-F238E27FC236}">
                      <a16:creationId xmlns:a16="http://schemas.microsoft.com/office/drawing/2014/main" id="{E117A468-C0B3-46FD-8EC1-6AE134264BA0}"/>
                    </a:ext>
                  </a:extLst>
                </p:cNvPr>
                <p:cNvSpPr/>
                <p:nvPr/>
              </p:nvSpPr>
              <p:spPr>
                <a:xfrm>
                  <a:off x="6598401" y="2927282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258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2581"/>
                      </a:moveTo>
                      <a:cubicBezTo>
                        <a:pt x="0" y="4261207"/>
                        <a:pt x="0" y="2131374"/>
                        <a:pt x="0" y="0"/>
                      </a:cubicBezTo>
                      <a:cubicBezTo>
                        <a:pt x="34675" y="0"/>
                        <a:pt x="67809" y="0"/>
                        <a:pt x="103255" y="0"/>
                      </a:cubicBezTo>
                      <a:cubicBezTo>
                        <a:pt x="103255" y="2130603"/>
                        <a:pt x="103255" y="4260437"/>
                        <a:pt x="10325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31" name="Freeform: Shape 30">
                  <a:extLst>
                    <a:ext uri="{FF2B5EF4-FFF2-40B4-BE49-F238E27FC236}">
                      <a16:creationId xmlns:a16="http://schemas.microsoft.com/office/drawing/2014/main" id="{939B7FCC-CDDF-4A11-A2F1-C8F70FF2EEB4}"/>
                    </a:ext>
                  </a:extLst>
                </p:cNvPr>
                <p:cNvSpPr/>
                <p:nvPr/>
              </p:nvSpPr>
              <p:spPr>
                <a:xfrm>
                  <a:off x="6680669" y="2927282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258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2581"/>
                      </a:moveTo>
                      <a:cubicBezTo>
                        <a:pt x="0" y="4261978"/>
                        <a:pt x="0" y="2132145"/>
                        <a:pt x="0" y="0"/>
                      </a:cubicBezTo>
                      <a:cubicBezTo>
                        <a:pt x="33905" y="0"/>
                        <a:pt x="67810" y="0"/>
                        <a:pt x="103255" y="0"/>
                      </a:cubicBezTo>
                      <a:cubicBezTo>
                        <a:pt x="103255" y="2131374"/>
                        <a:pt x="103255" y="4260436"/>
                        <a:pt x="10325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32" name="Freeform: Shape 31">
                  <a:extLst>
                    <a:ext uri="{FF2B5EF4-FFF2-40B4-BE49-F238E27FC236}">
                      <a16:creationId xmlns:a16="http://schemas.microsoft.com/office/drawing/2014/main" id="{79A45683-A3FC-4243-9523-B723BBD003A1}"/>
                    </a:ext>
                  </a:extLst>
                </p:cNvPr>
                <p:cNvSpPr/>
                <p:nvPr/>
              </p:nvSpPr>
              <p:spPr>
                <a:xfrm>
                  <a:off x="6516134" y="2927282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181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181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1811"/>
                      </a:moveTo>
                      <a:cubicBezTo>
                        <a:pt x="0" y="4261978"/>
                        <a:pt x="0" y="2132145"/>
                        <a:pt x="0" y="0"/>
                      </a:cubicBezTo>
                      <a:cubicBezTo>
                        <a:pt x="33134" y="0"/>
                        <a:pt x="67039" y="0"/>
                        <a:pt x="103255" y="0"/>
                      </a:cubicBezTo>
                      <a:cubicBezTo>
                        <a:pt x="103255" y="2130603"/>
                        <a:pt x="103255" y="4260436"/>
                        <a:pt x="103255" y="639181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33" name="Freeform: Shape 32">
                  <a:extLst>
                    <a:ext uri="{FF2B5EF4-FFF2-40B4-BE49-F238E27FC236}">
                      <a16:creationId xmlns:a16="http://schemas.microsoft.com/office/drawing/2014/main" id="{B40B3F0D-8DF8-4702-99BD-23B1475CD452}"/>
                    </a:ext>
                  </a:extLst>
                </p:cNvPr>
                <p:cNvSpPr/>
                <p:nvPr/>
              </p:nvSpPr>
              <p:spPr>
                <a:xfrm>
                  <a:off x="6399205" y="2927282"/>
                  <a:ext cx="72212" cy="2394576"/>
                </a:xfrm>
                <a:custGeom>
                  <a:avLst/>
                  <a:gdLst>
                    <a:gd name="connsiteX0" fmla="*/ 0 w 192640"/>
                    <a:gd name="connsiteY0" fmla="*/ 6392581 h 6387957"/>
                    <a:gd name="connsiteX1" fmla="*/ 0 w 192640"/>
                    <a:gd name="connsiteY1" fmla="*/ 0 h 6387957"/>
                    <a:gd name="connsiteX2" fmla="*/ 198805 w 192640"/>
                    <a:gd name="connsiteY2" fmla="*/ 0 h 6387957"/>
                    <a:gd name="connsiteX3" fmla="*/ 198805 w 192640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2640" h="6387957">
                      <a:moveTo>
                        <a:pt x="0" y="6392581"/>
                      </a:moveTo>
                      <a:cubicBezTo>
                        <a:pt x="0" y="4261207"/>
                        <a:pt x="0" y="2132145"/>
                        <a:pt x="0" y="0"/>
                      </a:cubicBezTo>
                      <a:cubicBezTo>
                        <a:pt x="66268" y="0"/>
                        <a:pt x="131766" y="0"/>
                        <a:pt x="198805" y="0"/>
                      </a:cubicBezTo>
                      <a:cubicBezTo>
                        <a:pt x="198805" y="2131374"/>
                        <a:pt x="198805" y="4261207"/>
                        <a:pt x="19880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34" name="Freeform: Shape 33">
                  <a:extLst>
                    <a:ext uri="{FF2B5EF4-FFF2-40B4-BE49-F238E27FC236}">
                      <a16:creationId xmlns:a16="http://schemas.microsoft.com/office/drawing/2014/main" id="{0B972A39-D5F1-4DBE-B2F6-AA9010526F16}"/>
                    </a:ext>
                  </a:extLst>
                </p:cNvPr>
                <p:cNvSpPr/>
                <p:nvPr/>
              </p:nvSpPr>
              <p:spPr>
                <a:xfrm>
                  <a:off x="5237391" y="2926127"/>
                  <a:ext cx="144425" cy="2394576"/>
                </a:xfrm>
                <a:custGeom>
                  <a:avLst/>
                  <a:gdLst>
                    <a:gd name="connsiteX0" fmla="*/ 0 w 385280"/>
                    <a:gd name="connsiteY0" fmla="*/ 6393351 h 6387957"/>
                    <a:gd name="connsiteX1" fmla="*/ 0 w 385280"/>
                    <a:gd name="connsiteY1" fmla="*/ 0 h 6387957"/>
                    <a:gd name="connsiteX2" fmla="*/ 387593 w 385280"/>
                    <a:gd name="connsiteY2" fmla="*/ 0 h 6387957"/>
                    <a:gd name="connsiteX3" fmla="*/ 387593 w 385280"/>
                    <a:gd name="connsiteY3" fmla="*/ 639335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85280" h="6387957">
                      <a:moveTo>
                        <a:pt x="0" y="6393351"/>
                      </a:moveTo>
                      <a:cubicBezTo>
                        <a:pt x="0" y="4262748"/>
                        <a:pt x="0" y="2132145"/>
                        <a:pt x="0" y="0"/>
                      </a:cubicBezTo>
                      <a:cubicBezTo>
                        <a:pt x="128684" y="0"/>
                        <a:pt x="256597" y="0"/>
                        <a:pt x="387593" y="0"/>
                      </a:cubicBezTo>
                      <a:cubicBezTo>
                        <a:pt x="387593" y="2130603"/>
                        <a:pt x="387593" y="4261207"/>
                        <a:pt x="387593" y="639335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35" name="Freeform: Shape 34">
                  <a:extLst>
                    <a:ext uri="{FF2B5EF4-FFF2-40B4-BE49-F238E27FC236}">
                      <a16:creationId xmlns:a16="http://schemas.microsoft.com/office/drawing/2014/main" id="{C6F21A28-C5C3-423E-816C-EFF154B420AF}"/>
                    </a:ext>
                  </a:extLst>
                </p:cNvPr>
                <p:cNvSpPr/>
                <p:nvPr/>
              </p:nvSpPr>
              <p:spPr>
                <a:xfrm>
                  <a:off x="5123269" y="2926994"/>
                  <a:ext cx="72212" cy="2394576"/>
                </a:xfrm>
                <a:custGeom>
                  <a:avLst/>
                  <a:gdLst>
                    <a:gd name="connsiteX0" fmla="*/ 0 w 192640"/>
                    <a:gd name="connsiteY0" fmla="*/ 6392581 h 6387957"/>
                    <a:gd name="connsiteX1" fmla="*/ 0 w 192640"/>
                    <a:gd name="connsiteY1" fmla="*/ 0 h 6387957"/>
                    <a:gd name="connsiteX2" fmla="*/ 198805 w 192640"/>
                    <a:gd name="connsiteY2" fmla="*/ 0 h 6387957"/>
                    <a:gd name="connsiteX3" fmla="*/ 198805 w 192640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2640" h="6387957">
                      <a:moveTo>
                        <a:pt x="0" y="6392581"/>
                      </a:moveTo>
                      <a:cubicBezTo>
                        <a:pt x="0" y="4261207"/>
                        <a:pt x="0" y="2132145"/>
                        <a:pt x="0" y="0"/>
                      </a:cubicBezTo>
                      <a:cubicBezTo>
                        <a:pt x="67039" y="0"/>
                        <a:pt x="131766" y="0"/>
                        <a:pt x="198805" y="0"/>
                      </a:cubicBezTo>
                      <a:cubicBezTo>
                        <a:pt x="198805" y="2130603"/>
                        <a:pt x="198805" y="4259666"/>
                        <a:pt x="19880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36" name="Freeform: Shape 35">
                  <a:extLst>
                    <a:ext uri="{FF2B5EF4-FFF2-40B4-BE49-F238E27FC236}">
                      <a16:creationId xmlns:a16="http://schemas.microsoft.com/office/drawing/2014/main" id="{CD2D5180-3504-4AF5-A04B-07F487071B22}"/>
                    </a:ext>
                  </a:extLst>
                </p:cNvPr>
                <p:cNvSpPr/>
                <p:nvPr/>
              </p:nvSpPr>
              <p:spPr>
                <a:xfrm>
                  <a:off x="5611343" y="2927282"/>
                  <a:ext cx="72212" cy="2394576"/>
                </a:xfrm>
                <a:custGeom>
                  <a:avLst/>
                  <a:gdLst>
                    <a:gd name="connsiteX0" fmla="*/ 0 w 192640"/>
                    <a:gd name="connsiteY0" fmla="*/ 6392581 h 6387957"/>
                    <a:gd name="connsiteX1" fmla="*/ 0 w 192640"/>
                    <a:gd name="connsiteY1" fmla="*/ 0 h 6387957"/>
                    <a:gd name="connsiteX2" fmla="*/ 198805 w 192640"/>
                    <a:gd name="connsiteY2" fmla="*/ 0 h 6387957"/>
                    <a:gd name="connsiteX3" fmla="*/ 198805 w 192640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2640" h="6387957">
                      <a:moveTo>
                        <a:pt x="0" y="6392581"/>
                      </a:moveTo>
                      <a:cubicBezTo>
                        <a:pt x="0" y="4261207"/>
                        <a:pt x="0" y="2132145"/>
                        <a:pt x="0" y="0"/>
                      </a:cubicBezTo>
                      <a:cubicBezTo>
                        <a:pt x="66268" y="0"/>
                        <a:pt x="131766" y="0"/>
                        <a:pt x="198805" y="0"/>
                      </a:cubicBezTo>
                      <a:cubicBezTo>
                        <a:pt x="198805" y="2131374"/>
                        <a:pt x="198805" y="4261207"/>
                        <a:pt x="19880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37" name="Freeform: Shape 36">
                  <a:extLst>
                    <a:ext uri="{FF2B5EF4-FFF2-40B4-BE49-F238E27FC236}">
                      <a16:creationId xmlns:a16="http://schemas.microsoft.com/office/drawing/2014/main" id="{6078D920-7771-4459-9280-C4992F522CBA}"/>
                    </a:ext>
                  </a:extLst>
                </p:cNvPr>
                <p:cNvSpPr/>
                <p:nvPr/>
              </p:nvSpPr>
              <p:spPr>
                <a:xfrm>
                  <a:off x="5407259" y="2926994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258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2581"/>
                      </a:moveTo>
                      <a:cubicBezTo>
                        <a:pt x="0" y="4261978"/>
                        <a:pt x="0" y="2132145"/>
                        <a:pt x="0" y="0"/>
                      </a:cubicBezTo>
                      <a:cubicBezTo>
                        <a:pt x="34675" y="0"/>
                        <a:pt x="67810" y="0"/>
                        <a:pt x="103255" y="0"/>
                      </a:cubicBezTo>
                      <a:cubicBezTo>
                        <a:pt x="103255" y="2130603"/>
                        <a:pt x="103255" y="4259666"/>
                        <a:pt x="10325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38" name="Freeform: Shape 37">
                  <a:extLst>
                    <a:ext uri="{FF2B5EF4-FFF2-40B4-BE49-F238E27FC236}">
                      <a16:creationId xmlns:a16="http://schemas.microsoft.com/office/drawing/2014/main" id="{C3F5AF82-D5F9-4252-B824-36671DB16639}"/>
                    </a:ext>
                  </a:extLst>
                </p:cNvPr>
                <p:cNvSpPr/>
                <p:nvPr/>
              </p:nvSpPr>
              <p:spPr>
                <a:xfrm>
                  <a:off x="5470252" y="2926994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258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2581"/>
                      </a:moveTo>
                      <a:cubicBezTo>
                        <a:pt x="0" y="4261978"/>
                        <a:pt x="0" y="2132145"/>
                        <a:pt x="0" y="0"/>
                      </a:cubicBezTo>
                      <a:cubicBezTo>
                        <a:pt x="34675" y="0"/>
                        <a:pt x="67809" y="0"/>
                        <a:pt x="103255" y="0"/>
                      </a:cubicBezTo>
                      <a:cubicBezTo>
                        <a:pt x="103255" y="2130603"/>
                        <a:pt x="103255" y="4259666"/>
                        <a:pt x="10325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39" name="Freeform: Shape 38">
                  <a:extLst>
                    <a:ext uri="{FF2B5EF4-FFF2-40B4-BE49-F238E27FC236}">
                      <a16:creationId xmlns:a16="http://schemas.microsoft.com/office/drawing/2014/main" id="{608790BC-CF74-4127-A790-27CC4E8D7766}"/>
                    </a:ext>
                  </a:extLst>
                </p:cNvPr>
                <p:cNvSpPr/>
                <p:nvPr/>
              </p:nvSpPr>
              <p:spPr>
                <a:xfrm>
                  <a:off x="5533244" y="2926127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258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2581"/>
                      </a:moveTo>
                      <a:cubicBezTo>
                        <a:pt x="0" y="4261978"/>
                        <a:pt x="0" y="2132145"/>
                        <a:pt x="0" y="0"/>
                      </a:cubicBezTo>
                      <a:cubicBezTo>
                        <a:pt x="34675" y="0"/>
                        <a:pt x="67809" y="0"/>
                        <a:pt x="103255" y="0"/>
                      </a:cubicBezTo>
                      <a:cubicBezTo>
                        <a:pt x="103255" y="2130603"/>
                        <a:pt x="103255" y="4259666"/>
                        <a:pt x="10325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</p:grpSp>
        </p:grp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79445F8C-1794-4081-97F9-DDCDE8889481}"/>
                </a:ext>
              </a:extLst>
            </p:cNvPr>
            <p:cNvGrpSpPr/>
            <p:nvPr/>
          </p:nvGrpSpPr>
          <p:grpSpPr>
            <a:xfrm>
              <a:off x="166248" y="6490548"/>
              <a:ext cx="4247655" cy="273466"/>
              <a:chOff x="4366684" y="2926127"/>
              <a:chExt cx="3278335" cy="2571063"/>
            </a:xfrm>
          </p:grpSpPr>
          <p:sp>
            <p:nvSpPr>
              <p:cNvPr id="41" name="Freeform: Shape 4">
                <a:extLst>
                  <a:ext uri="{FF2B5EF4-FFF2-40B4-BE49-F238E27FC236}">
                    <a16:creationId xmlns:a16="http://schemas.microsoft.com/office/drawing/2014/main" id="{74D575C7-16A7-4D8B-BCCC-3A2CC2EAF554}"/>
                  </a:ext>
                </a:extLst>
              </p:cNvPr>
              <p:cNvSpPr/>
              <p:nvPr/>
            </p:nvSpPr>
            <p:spPr>
              <a:xfrm>
                <a:off x="4744501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3351 h 6387957"/>
                  <a:gd name="connsiteX1" fmla="*/ 0 w 192640"/>
                  <a:gd name="connsiteY1" fmla="*/ 0 h 6387957"/>
                  <a:gd name="connsiteX2" fmla="*/ 198034 w 192640"/>
                  <a:gd name="connsiteY2" fmla="*/ 0 h 6387957"/>
                  <a:gd name="connsiteX3" fmla="*/ 198034 w 19264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solidFill>
                <a:schemeClr val="accent5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42" name="Freeform: Shape 5">
                <a:extLst>
                  <a:ext uri="{FF2B5EF4-FFF2-40B4-BE49-F238E27FC236}">
                    <a16:creationId xmlns:a16="http://schemas.microsoft.com/office/drawing/2014/main" id="{F6284352-7A7E-48DA-8B26-7B51CCB5A721}"/>
                  </a:ext>
                </a:extLst>
              </p:cNvPr>
              <p:cNvSpPr/>
              <p:nvPr/>
            </p:nvSpPr>
            <p:spPr>
              <a:xfrm>
                <a:off x="467662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chemeClr val="accent5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43" name="Freeform: Shape 6">
                <a:extLst>
                  <a:ext uri="{FF2B5EF4-FFF2-40B4-BE49-F238E27FC236}">
                    <a16:creationId xmlns:a16="http://schemas.microsoft.com/office/drawing/2014/main" id="{8AB1A5A0-486E-4510-BCA8-845A3DA94D58}"/>
                  </a:ext>
                </a:extLst>
              </p:cNvPr>
              <p:cNvSpPr/>
              <p:nvPr/>
            </p:nvSpPr>
            <p:spPr>
              <a:xfrm>
                <a:off x="5706626" y="2927282"/>
                <a:ext cx="109764" cy="2394576"/>
              </a:xfrm>
              <a:custGeom>
                <a:avLst/>
                <a:gdLst>
                  <a:gd name="connsiteX0" fmla="*/ 0 w 292813"/>
                  <a:gd name="connsiteY0" fmla="*/ 639258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97091" y="0"/>
                      <a:pt x="194952" y="0"/>
                      <a:pt x="295125" y="0"/>
                    </a:cubicBezTo>
                    <a:cubicBezTo>
                      <a:pt x="295125" y="2130603"/>
                      <a:pt x="295125" y="4259666"/>
                      <a:pt x="295125" y="6392581"/>
                    </a:cubicBezTo>
                  </a:path>
                </a:pathLst>
              </a:custGeom>
              <a:solidFill>
                <a:schemeClr val="accent2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44" name="Freeform: Shape 7">
                <a:extLst>
                  <a:ext uri="{FF2B5EF4-FFF2-40B4-BE49-F238E27FC236}">
                    <a16:creationId xmlns:a16="http://schemas.microsoft.com/office/drawing/2014/main" id="{D81590AB-AD28-44BD-8461-22FE3E26E6E0}"/>
                  </a:ext>
                </a:extLst>
              </p:cNvPr>
              <p:cNvSpPr/>
              <p:nvPr/>
            </p:nvSpPr>
            <p:spPr>
              <a:xfrm>
                <a:off x="5022376" y="2926994"/>
                <a:ext cx="75101" cy="2394576"/>
              </a:xfrm>
              <a:custGeom>
                <a:avLst/>
                <a:gdLst>
                  <a:gd name="connsiteX0" fmla="*/ 0 w 200346"/>
                  <a:gd name="connsiteY0" fmla="*/ 6392581 h 6387957"/>
                  <a:gd name="connsiteX1" fmla="*/ 0 w 200346"/>
                  <a:gd name="connsiteY1" fmla="*/ 0 h 6387957"/>
                  <a:gd name="connsiteX2" fmla="*/ 201117 w 200346"/>
                  <a:gd name="connsiteY2" fmla="*/ 0 h 6387957"/>
                  <a:gd name="connsiteX3" fmla="*/ 201117 w 200346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0346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3307" y="0"/>
                      <a:pt x="201117" y="0"/>
                    </a:cubicBezTo>
                    <a:cubicBezTo>
                      <a:pt x="201117" y="2131374"/>
                      <a:pt x="201117" y="4260437"/>
                      <a:pt x="201117" y="6392581"/>
                    </a:cubicBezTo>
                  </a:path>
                </a:pathLst>
              </a:custGeom>
              <a:solidFill>
                <a:schemeClr val="accent4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45" name="Freeform: Shape 8">
                <a:extLst>
                  <a:ext uri="{FF2B5EF4-FFF2-40B4-BE49-F238E27FC236}">
                    <a16:creationId xmlns:a16="http://schemas.microsoft.com/office/drawing/2014/main" id="{C3640730-A67E-4C43-A7C2-B4C32BF965C4}"/>
                  </a:ext>
                </a:extLst>
              </p:cNvPr>
              <p:cNvSpPr/>
              <p:nvPr/>
            </p:nvSpPr>
            <p:spPr>
              <a:xfrm>
                <a:off x="4877829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60437"/>
                      <a:pt x="198805" y="6392581"/>
                    </a:cubicBezTo>
                  </a:path>
                </a:pathLst>
              </a:custGeom>
              <a:solidFill>
                <a:schemeClr val="accent4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46" name="Freeform: Shape 9">
                <a:extLst>
                  <a:ext uri="{FF2B5EF4-FFF2-40B4-BE49-F238E27FC236}">
                    <a16:creationId xmlns:a16="http://schemas.microsoft.com/office/drawing/2014/main" id="{8F91D3B5-0631-4E10-8E8F-A90BDB6CEF8C}"/>
                  </a:ext>
                </a:extLst>
              </p:cNvPr>
              <p:cNvSpPr/>
              <p:nvPr/>
            </p:nvSpPr>
            <p:spPr>
              <a:xfrm>
                <a:off x="4559765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3351 h 6387957"/>
                  <a:gd name="connsiteX1" fmla="*/ 0 w 192640"/>
                  <a:gd name="connsiteY1" fmla="*/ 0 h 6387957"/>
                  <a:gd name="connsiteX2" fmla="*/ 198034 w 192640"/>
                  <a:gd name="connsiteY2" fmla="*/ 0 h 6387957"/>
                  <a:gd name="connsiteX3" fmla="*/ 198034 w 19264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solidFill>
                <a:schemeClr val="accent6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47" name="Freeform: Shape 10">
                <a:extLst>
                  <a:ext uri="{FF2B5EF4-FFF2-40B4-BE49-F238E27FC236}">
                    <a16:creationId xmlns:a16="http://schemas.microsoft.com/office/drawing/2014/main" id="{9833ED5E-247A-4AFE-956E-D90EE783EDB3}"/>
                  </a:ext>
                </a:extLst>
              </p:cNvPr>
              <p:cNvSpPr/>
              <p:nvPr/>
            </p:nvSpPr>
            <p:spPr>
              <a:xfrm>
                <a:off x="4433987" y="2926705"/>
                <a:ext cx="37550" cy="2567886"/>
              </a:xfrm>
              <a:custGeom>
                <a:avLst/>
                <a:gdLst>
                  <a:gd name="connsiteX0" fmla="*/ 0 w 100173"/>
                  <a:gd name="connsiteY0" fmla="*/ 685491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4716"/>
                      <a:pt x="103255" y="4567891"/>
                      <a:pt x="103255" y="6854918"/>
                    </a:cubicBezTo>
                  </a:path>
                </a:pathLst>
              </a:custGeom>
              <a:solidFill>
                <a:schemeClr val="accent6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48" name="Freeform: Shape 11">
                <a:extLst>
                  <a:ext uri="{FF2B5EF4-FFF2-40B4-BE49-F238E27FC236}">
                    <a16:creationId xmlns:a16="http://schemas.microsoft.com/office/drawing/2014/main" id="{E5EC525C-3908-4545-B9F0-C982F2420877}"/>
                  </a:ext>
                </a:extLst>
              </p:cNvPr>
              <p:cNvSpPr/>
              <p:nvPr/>
            </p:nvSpPr>
            <p:spPr>
              <a:xfrm>
                <a:off x="4366684" y="2927282"/>
                <a:ext cx="37550" cy="2567886"/>
              </a:xfrm>
              <a:custGeom>
                <a:avLst/>
                <a:gdLst>
                  <a:gd name="connsiteX0" fmla="*/ 0 w 100173"/>
                  <a:gd name="connsiteY0" fmla="*/ 685414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148"/>
                    </a:moveTo>
                    <a:cubicBezTo>
                      <a:pt x="0" y="4569432"/>
                      <a:pt x="0" y="2286257"/>
                      <a:pt x="0" y="0"/>
                    </a:cubicBezTo>
                    <a:cubicBezTo>
                      <a:pt x="33905" y="0"/>
                      <a:pt x="67809" y="0"/>
                      <a:pt x="103255" y="0"/>
                    </a:cubicBezTo>
                    <a:cubicBezTo>
                      <a:pt x="103255" y="2285486"/>
                      <a:pt x="103255" y="4568661"/>
                      <a:pt x="103255" y="6854918"/>
                    </a:cubicBezTo>
                  </a:path>
                </a:pathLst>
              </a:custGeom>
              <a:solidFill>
                <a:schemeClr val="accent6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49" name="Freeform: Shape 12">
                <a:extLst>
                  <a:ext uri="{FF2B5EF4-FFF2-40B4-BE49-F238E27FC236}">
                    <a16:creationId xmlns:a16="http://schemas.microsoft.com/office/drawing/2014/main" id="{09C432BF-83BF-44C7-8A68-9B35111165C4}"/>
                  </a:ext>
                </a:extLst>
              </p:cNvPr>
              <p:cNvSpPr/>
              <p:nvPr/>
            </p:nvSpPr>
            <p:spPr>
              <a:xfrm>
                <a:off x="5957386" y="2926705"/>
                <a:ext cx="37550" cy="2567886"/>
              </a:xfrm>
              <a:custGeom>
                <a:avLst/>
                <a:gdLst>
                  <a:gd name="connsiteX0" fmla="*/ 0 w 100173"/>
                  <a:gd name="connsiteY0" fmla="*/ 685491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3945"/>
                      <a:pt x="103255" y="4567891"/>
                      <a:pt x="103255" y="6854918"/>
                    </a:cubicBezTo>
                  </a:path>
                </a:pathLst>
              </a:custGeom>
              <a:solidFill>
                <a:schemeClr val="accent6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50" name="Freeform: Shape 13">
                <a:extLst>
                  <a:ext uri="{FF2B5EF4-FFF2-40B4-BE49-F238E27FC236}">
                    <a16:creationId xmlns:a16="http://schemas.microsoft.com/office/drawing/2014/main" id="{4D5F14F6-BD9C-4471-B822-35693E0ECCEE}"/>
                  </a:ext>
                </a:extLst>
              </p:cNvPr>
              <p:cNvSpPr/>
              <p:nvPr/>
            </p:nvSpPr>
            <p:spPr>
              <a:xfrm>
                <a:off x="6024689" y="2926127"/>
                <a:ext cx="37550" cy="2567886"/>
              </a:xfrm>
              <a:custGeom>
                <a:avLst/>
                <a:gdLst>
                  <a:gd name="connsiteX0" fmla="*/ 0 w 100173"/>
                  <a:gd name="connsiteY0" fmla="*/ 6857230 h 6850294"/>
                  <a:gd name="connsiteX1" fmla="*/ 0 w 100173"/>
                  <a:gd name="connsiteY1" fmla="*/ 0 h 6850294"/>
                  <a:gd name="connsiteX2" fmla="*/ 52398 w 100173"/>
                  <a:gd name="connsiteY2" fmla="*/ 0 h 6850294"/>
                  <a:gd name="connsiteX3" fmla="*/ 103255 w 100173"/>
                  <a:gd name="connsiteY3" fmla="*/ 0 h 6850294"/>
                  <a:gd name="connsiteX4" fmla="*/ 103255 w 100173"/>
                  <a:gd name="connsiteY4" fmla="*/ 6857230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173" h="6850294">
                    <a:moveTo>
                      <a:pt x="0" y="6857230"/>
                    </a:moveTo>
                    <a:cubicBezTo>
                      <a:pt x="0" y="4572514"/>
                      <a:pt x="0" y="2288569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287798"/>
                      <a:pt x="103255" y="4571743"/>
                      <a:pt x="103255" y="6857230"/>
                    </a:cubicBezTo>
                  </a:path>
                </a:pathLst>
              </a:custGeom>
              <a:solidFill>
                <a:schemeClr val="accent6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51" name="Freeform: Shape 14">
                <a:extLst>
                  <a:ext uri="{FF2B5EF4-FFF2-40B4-BE49-F238E27FC236}">
                    <a16:creationId xmlns:a16="http://schemas.microsoft.com/office/drawing/2014/main" id="{35B6ED53-E8E4-4DE2-BE76-D07542427D91}"/>
                  </a:ext>
                </a:extLst>
              </p:cNvPr>
              <p:cNvSpPr/>
              <p:nvPr/>
            </p:nvSpPr>
            <p:spPr>
              <a:xfrm>
                <a:off x="5890084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1714 w 100173"/>
                  <a:gd name="connsiteY2" fmla="*/ 0 h 6387957"/>
                  <a:gd name="connsiteX3" fmla="*/ 101714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33904" y="0"/>
                      <a:pt x="67039" y="0"/>
                      <a:pt x="101714" y="0"/>
                    </a:cubicBezTo>
                    <a:cubicBezTo>
                      <a:pt x="101714" y="2130603"/>
                      <a:pt x="101714" y="4260437"/>
                      <a:pt x="101714" y="6392581"/>
                    </a:cubicBezTo>
                  </a:path>
                </a:pathLst>
              </a:custGeom>
              <a:solidFill>
                <a:schemeClr val="accent6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52" name="Freeform: Shape 15">
                <a:extLst>
                  <a:ext uri="{FF2B5EF4-FFF2-40B4-BE49-F238E27FC236}">
                    <a16:creationId xmlns:a16="http://schemas.microsoft.com/office/drawing/2014/main" id="{A8A97A24-DC2C-49EC-B707-A0A7A527B0A9}"/>
                  </a:ext>
                </a:extLst>
              </p:cNvPr>
              <p:cNvSpPr/>
              <p:nvPr/>
            </p:nvSpPr>
            <p:spPr>
              <a:xfrm>
                <a:off x="609199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335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3351"/>
                    </a:moveTo>
                    <a:cubicBezTo>
                      <a:pt x="0" y="4261978"/>
                      <a:pt x="0" y="213291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1374"/>
                      <a:pt x="103255" y="4261207"/>
                      <a:pt x="103255" y="6393351"/>
                    </a:cubicBezTo>
                  </a:path>
                </a:pathLst>
              </a:custGeom>
              <a:solidFill>
                <a:schemeClr val="accent6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53" name="Freeform: Shape 16">
                <a:extLst>
                  <a:ext uri="{FF2B5EF4-FFF2-40B4-BE49-F238E27FC236}">
                    <a16:creationId xmlns:a16="http://schemas.microsoft.com/office/drawing/2014/main" id="{4ED0FC69-47AA-4FC9-8D08-3147EA5A1734}"/>
                  </a:ext>
                </a:extLst>
              </p:cNvPr>
              <p:cNvSpPr/>
              <p:nvPr/>
            </p:nvSpPr>
            <p:spPr>
              <a:xfrm>
                <a:off x="7139759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chemeClr val="accent2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54" name="Freeform: Shape 17">
                <a:extLst>
                  <a:ext uri="{FF2B5EF4-FFF2-40B4-BE49-F238E27FC236}">
                    <a16:creationId xmlns:a16="http://schemas.microsoft.com/office/drawing/2014/main" id="{2757EAE5-8C6A-452C-9A4B-7A71BBF68BB8}"/>
                  </a:ext>
                </a:extLst>
              </p:cNvPr>
              <p:cNvSpPr/>
              <p:nvPr/>
            </p:nvSpPr>
            <p:spPr>
              <a:xfrm>
                <a:off x="7280788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chemeClr val="accent2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55" name="Freeform: Shape 18">
                <a:extLst>
                  <a:ext uri="{FF2B5EF4-FFF2-40B4-BE49-F238E27FC236}">
                    <a16:creationId xmlns:a16="http://schemas.microsoft.com/office/drawing/2014/main" id="{9A398514-6CBA-493F-8416-AE84CB3E34D9}"/>
                  </a:ext>
                </a:extLst>
              </p:cNvPr>
              <p:cNvSpPr/>
              <p:nvPr/>
            </p:nvSpPr>
            <p:spPr>
              <a:xfrm>
                <a:off x="7349773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99402" y="0"/>
                      <a:pt x="195722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chemeClr val="accent1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56" name="Freeform: Shape 19">
                <a:extLst>
                  <a:ext uri="{FF2B5EF4-FFF2-40B4-BE49-F238E27FC236}">
                    <a16:creationId xmlns:a16="http://schemas.microsoft.com/office/drawing/2014/main" id="{248BDF24-2CD8-4F98-A671-38A09AFC3B84}"/>
                  </a:ext>
                </a:extLst>
              </p:cNvPr>
              <p:cNvSpPr/>
              <p:nvPr/>
            </p:nvSpPr>
            <p:spPr>
              <a:xfrm>
                <a:off x="7548511" y="2927282"/>
                <a:ext cx="41911" cy="2569908"/>
              </a:xfrm>
              <a:custGeom>
                <a:avLst/>
                <a:gdLst>
                  <a:gd name="connsiteX0" fmla="*/ 0 w 115584"/>
                  <a:gd name="connsiteY0" fmla="*/ 6753975 h 6850294"/>
                  <a:gd name="connsiteX1" fmla="*/ 13099 w 115584"/>
                  <a:gd name="connsiteY1" fmla="*/ 0 h 6850294"/>
                  <a:gd name="connsiteX2" fmla="*/ 118666 w 115584"/>
                  <a:gd name="connsiteY2" fmla="*/ 0 h 6850294"/>
                  <a:gd name="connsiteX3" fmla="*/ 118666 w 115584"/>
                  <a:gd name="connsiteY3" fmla="*/ 6855688 h 6850294"/>
                  <a:gd name="connsiteX0" fmla="*/ 0 w 111805"/>
                  <a:gd name="connsiteY0" fmla="*/ 6836322 h 6855688"/>
                  <a:gd name="connsiteX1" fmla="*/ 6237 w 111805"/>
                  <a:gd name="connsiteY1" fmla="*/ 0 h 6855688"/>
                  <a:gd name="connsiteX2" fmla="*/ 111804 w 111805"/>
                  <a:gd name="connsiteY2" fmla="*/ 0 h 6855688"/>
                  <a:gd name="connsiteX3" fmla="*/ 111804 w 111805"/>
                  <a:gd name="connsiteY3" fmla="*/ 6855688 h 6855688"/>
                  <a:gd name="connsiteX0" fmla="*/ 0 w 111804"/>
                  <a:gd name="connsiteY0" fmla="*/ 6853478 h 6855688"/>
                  <a:gd name="connsiteX1" fmla="*/ 6237 w 111804"/>
                  <a:gd name="connsiteY1" fmla="*/ 0 h 6855688"/>
                  <a:gd name="connsiteX2" fmla="*/ 111804 w 111804"/>
                  <a:gd name="connsiteY2" fmla="*/ 0 h 6855688"/>
                  <a:gd name="connsiteX3" fmla="*/ 111804 w 111804"/>
                  <a:gd name="connsiteY3" fmla="*/ 6855688 h 68556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1804" h="6855688">
                    <a:moveTo>
                      <a:pt x="0" y="6853478"/>
                    </a:moveTo>
                    <a:cubicBezTo>
                      <a:pt x="14640" y="4603437"/>
                      <a:pt x="3155" y="2253123"/>
                      <a:pt x="6237" y="0"/>
                    </a:cubicBezTo>
                    <a:lnTo>
                      <a:pt x="111804" y="0"/>
                    </a:lnTo>
                    <a:lnTo>
                      <a:pt x="111804" y="6855688"/>
                    </a:lnTo>
                  </a:path>
                </a:pathLst>
              </a:custGeom>
              <a:solidFill>
                <a:schemeClr val="accent1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57" name="Freeform: Shape 20">
                <a:extLst>
                  <a:ext uri="{FF2B5EF4-FFF2-40B4-BE49-F238E27FC236}">
                    <a16:creationId xmlns:a16="http://schemas.microsoft.com/office/drawing/2014/main" id="{7984C3E4-7628-40C8-85CA-E19FCBCEF3F1}"/>
                  </a:ext>
                </a:extLst>
              </p:cNvPr>
              <p:cNvSpPr/>
              <p:nvPr/>
            </p:nvSpPr>
            <p:spPr>
              <a:xfrm>
                <a:off x="7485249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chemeClr val="accent1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58" name="Freeform: Shape 21">
                <a:extLst>
                  <a:ext uri="{FF2B5EF4-FFF2-40B4-BE49-F238E27FC236}">
                    <a16:creationId xmlns:a16="http://schemas.microsoft.com/office/drawing/2014/main" id="{8C53762C-C9DB-488B-A6C3-D2EF997D4824}"/>
                  </a:ext>
                </a:extLst>
              </p:cNvPr>
              <p:cNvSpPr/>
              <p:nvPr/>
            </p:nvSpPr>
            <p:spPr>
              <a:xfrm>
                <a:off x="7616134" y="2926994"/>
                <a:ext cx="28885" cy="2567886"/>
              </a:xfrm>
              <a:custGeom>
                <a:avLst/>
                <a:gdLst>
                  <a:gd name="connsiteX0" fmla="*/ 0 w 77056"/>
                  <a:gd name="connsiteY0" fmla="*/ 6854918 h 6850294"/>
                  <a:gd name="connsiteX1" fmla="*/ 0 w 77056"/>
                  <a:gd name="connsiteY1" fmla="*/ 0 h 6850294"/>
                  <a:gd name="connsiteX2" fmla="*/ 78597 w 77056"/>
                  <a:gd name="connsiteY2" fmla="*/ 0 h 6850294"/>
                  <a:gd name="connsiteX3" fmla="*/ 78597 w 77056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056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25428" y="0"/>
                      <a:pt x="50087" y="0"/>
                      <a:pt x="78597" y="0"/>
                    </a:cubicBezTo>
                    <a:cubicBezTo>
                      <a:pt x="78597" y="2283175"/>
                      <a:pt x="78597" y="4566350"/>
                      <a:pt x="78597" y="6854918"/>
                    </a:cubicBezTo>
                  </a:path>
                </a:pathLst>
              </a:custGeom>
              <a:solidFill>
                <a:schemeClr val="accent1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59" name="Freeform: Shape 22">
                <a:extLst>
                  <a:ext uri="{FF2B5EF4-FFF2-40B4-BE49-F238E27FC236}">
                    <a16:creationId xmlns:a16="http://schemas.microsoft.com/office/drawing/2014/main" id="{1A8ED041-2586-48E4-ACBE-6C2ED338E966}"/>
                  </a:ext>
                </a:extLst>
              </p:cNvPr>
              <p:cNvSpPr/>
              <p:nvPr/>
            </p:nvSpPr>
            <p:spPr>
              <a:xfrm>
                <a:off x="6838507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chemeClr val="accent3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60" name="Freeform: Shape 23">
                <a:extLst>
                  <a:ext uri="{FF2B5EF4-FFF2-40B4-BE49-F238E27FC236}">
                    <a16:creationId xmlns:a16="http://schemas.microsoft.com/office/drawing/2014/main" id="{E2E2C08D-AFC1-4D38-B19D-ECAA791E7E03}"/>
                  </a:ext>
                </a:extLst>
              </p:cNvPr>
              <p:cNvSpPr/>
              <p:nvPr/>
            </p:nvSpPr>
            <p:spPr>
              <a:xfrm>
                <a:off x="698099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solidFill>
                <a:schemeClr val="accent3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61" name="Freeform: Shape 24">
                <a:extLst>
                  <a:ext uri="{FF2B5EF4-FFF2-40B4-BE49-F238E27FC236}">
                    <a16:creationId xmlns:a16="http://schemas.microsoft.com/office/drawing/2014/main" id="{53B015E2-EB41-454F-B249-A3924B2C56A7}"/>
                  </a:ext>
                </a:extLst>
              </p:cNvPr>
              <p:cNvSpPr/>
              <p:nvPr/>
            </p:nvSpPr>
            <p:spPr>
              <a:xfrm>
                <a:off x="706505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solidFill>
                <a:schemeClr val="accent3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62" name="Freeform: Shape 25">
                <a:extLst>
                  <a:ext uri="{FF2B5EF4-FFF2-40B4-BE49-F238E27FC236}">
                    <a16:creationId xmlns:a16="http://schemas.microsoft.com/office/drawing/2014/main" id="{018D5BE2-ED44-4289-8EFA-42F5721FBB85}"/>
                  </a:ext>
                </a:extLst>
              </p:cNvPr>
              <p:cNvSpPr/>
              <p:nvPr/>
            </p:nvSpPr>
            <p:spPr>
              <a:xfrm>
                <a:off x="6754449" y="2926127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solidFill>
                <a:schemeClr val="accent3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63" name="Freeform: Shape 26">
                <a:extLst>
                  <a:ext uri="{FF2B5EF4-FFF2-40B4-BE49-F238E27FC236}">
                    <a16:creationId xmlns:a16="http://schemas.microsoft.com/office/drawing/2014/main" id="{FEBA9FA3-A7E2-4C7A-A66C-36068833FD70}"/>
                  </a:ext>
                </a:extLst>
              </p:cNvPr>
              <p:cNvSpPr/>
              <p:nvPr/>
            </p:nvSpPr>
            <p:spPr>
              <a:xfrm>
                <a:off x="633491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335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3351"/>
                    </a:moveTo>
                    <a:cubicBezTo>
                      <a:pt x="0" y="4262748"/>
                      <a:pt x="0" y="213291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1374"/>
                      <a:pt x="103255" y="4260436"/>
                      <a:pt x="103255" y="6393351"/>
                    </a:cubicBezTo>
                  </a:path>
                </a:pathLst>
              </a:custGeom>
              <a:solidFill>
                <a:schemeClr val="accent5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64" name="Freeform: Shape 27">
                <a:extLst>
                  <a:ext uri="{FF2B5EF4-FFF2-40B4-BE49-F238E27FC236}">
                    <a16:creationId xmlns:a16="http://schemas.microsoft.com/office/drawing/2014/main" id="{DCE49181-A192-4FDD-8E4A-6CE1DB81A373}"/>
                  </a:ext>
                </a:extLst>
              </p:cNvPr>
              <p:cNvSpPr/>
              <p:nvPr/>
            </p:nvSpPr>
            <p:spPr>
              <a:xfrm>
                <a:off x="6159871" y="2926127"/>
                <a:ext cx="37550" cy="2397464"/>
              </a:xfrm>
              <a:custGeom>
                <a:avLst/>
                <a:gdLst>
                  <a:gd name="connsiteX0" fmla="*/ 0 w 100173"/>
                  <a:gd name="connsiteY0" fmla="*/ 6395663 h 6395662"/>
                  <a:gd name="connsiteX1" fmla="*/ 0 w 100173"/>
                  <a:gd name="connsiteY1" fmla="*/ 0 h 6395662"/>
                  <a:gd name="connsiteX2" fmla="*/ 52398 w 100173"/>
                  <a:gd name="connsiteY2" fmla="*/ 0 h 6395662"/>
                  <a:gd name="connsiteX3" fmla="*/ 103255 w 100173"/>
                  <a:gd name="connsiteY3" fmla="*/ 0 h 6395662"/>
                  <a:gd name="connsiteX4" fmla="*/ 103255 w 100173"/>
                  <a:gd name="connsiteY4" fmla="*/ 6395663 h 63956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173" h="6395662">
                    <a:moveTo>
                      <a:pt x="0" y="6395663"/>
                    </a:moveTo>
                    <a:cubicBezTo>
                      <a:pt x="0" y="4265060"/>
                      <a:pt x="0" y="2135227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132915"/>
                      <a:pt x="103255" y="4261977"/>
                      <a:pt x="103255" y="6395663"/>
                    </a:cubicBezTo>
                  </a:path>
                </a:pathLst>
              </a:custGeom>
              <a:solidFill>
                <a:schemeClr val="accent5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65" name="Freeform: Shape 28">
                <a:extLst>
                  <a:ext uri="{FF2B5EF4-FFF2-40B4-BE49-F238E27FC236}">
                    <a16:creationId xmlns:a16="http://schemas.microsoft.com/office/drawing/2014/main" id="{08B99DFA-675D-47CD-AAA5-48F4B7263F7F}"/>
                  </a:ext>
                </a:extLst>
              </p:cNvPr>
              <p:cNvSpPr/>
              <p:nvPr/>
            </p:nvSpPr>
            <p:spPr>
              <a:xfrm>
                <a:off x="6231712" y="2926127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chemeClr val="accent5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66" name="Freeform: Shape 29">
                <a:extLst>
                  <a:ext uri="{FF2B5EF4-FFF2-40B4-BE49-F238E27FC236}">
                    <a16:creationId xmlns:a16="http://schemas.microsoft.com/office/drawing/2014/main" id="{A3A52561-2F81-45D4-BB63-98DD6D95E5E9}"/>
                  </a:ext>
                </a:extLst>
              </p:cNvPr>
              <p:cNvSpPr/>
              <p:nvPr/>
            </p:nvSpPr>
            <p:spPr>
              <a:xfrm>
                <a:off x="6598401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chemeClr val="accent4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67" name="Freeform: Shape 30">
                <a:extLst>
                  <a:ext uri="{FF2B5EF4-FFF2-40B4-BE49-F238E27FC236}">
                    <a16:creationId xmlns:a16="http://schemas.microsoft.com/office/drawing/2014/main" id="{53780AFD-C7BF-438C-8ACF-ADB70736488F}"/>
                  </a:ext>
                </a:extLst>
              </p:cNvPr>
              <p:cNvSpPr/>
              <p:nvPr/>
            </p:nvSpPr>
            <p:spPr>
              <a:xfrm>
                <a:off x="6680669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solidFill>
                <a:schemeClr val="accent4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68" name="Freeform: Shape 31">
                <a:extLst>
                  <a:ext uri="{FF2B5EF4-FFF2-40B4-BE49-F238E27FC236}">
                    <a16:creationId xmlns:a16="http://schemas.microsoft.com/office/drawing/2014/main" id="{D1DA5EF5-6153-4FA1-B3B6-C7EA4D7C45C7}"/>
                  </a:ext>
                </a:extLst>
              </p:cNvPr>
              <p:cNvSpPr/>
              <p:nvPr/>
            </p:nvSpPr>
            <p:spPr>
              <a:xfrm>
                <a:off x="651613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181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181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181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134" y="0"/>
                      <a:pt x="67039" y="0"/>
                      <a:pt x="103255" y="0"/>
                    </a:cubicBezTo>
                    <a:cubicBezTo>
                      <a:pt x="103255" y="2130603"/>
                      <a:pt x="103255" y="4260436"/>
                      <a:pt x="103255" y="6391811"/>
                    </a:cubicBezTo>
                  </a:path>
                </a:pathLst>
              </a:custGeom>
              <a:solidFill>
                <a:schemeClr val="accent4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69" name="Freeform: Shape 32">
                <a:extLst>
                  <a:ext uri="{FF2B5EF4-FFF2-40B4-BE49-F238E27FC236}">
                    <a16:creationId xmlns:a16="http://schemas.microsoft.com/office/drawing/2014/main" id="{F80C8E45-AA03-497B-9ABE-2E9B8BC26557}"/>
                  </a:ext>
                </a:extLst>
              </p:cNvPr>
              <p:cNvSpPr/>
              <p:nvPr/>
            </p:nvSpPr>
            <p:spPr>
              <a:xfrm>
                <a:off x="6399205" y="2927282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chemeClr val="accent4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70" name="Freeform: Shape 33">
                <a:extLst>
                  <a:ext uri="{FF2B5EF4-FFF2-40B4-BE49-F238E27FC236}">
                    <a16:creationId xmlns:a16="http://schemas.microsoft.com/office/drawing/2014/main" id="{B33154AB-DAF1-4E1D-AED0-2C8B79C6FE97}"/>
                  </a:ext>
                </a:extLst>
              </p:cNvPr>
              <p:cNvSpPr/>
              <p:nvPr/>
            </p:nvSpPr>
            <p:spPr>
              <a:xfrm>
                <a:off x="5237391" y="2926127"/>
                <a:ext cx="144425" cy="2394576"/>
              </a:xfrm>
              <a:custGeom>
                <a:avLst/>
                <a:gdLst>
                  <a:gd name="connsiteX0" fmla="*/ 0 w 385280"/>
                  <a:gd name="connsiteY0" fmla="*/ 6393351 h 6387957"/>
                  <a:gd name="connsiteX1" fmla="*/ 0 w 385280"/>
                  <a:gd name="connsiteY1" fmla="*/ 0 h 6387957"/>
                  <a:gd name="connsiteX2" fmla="*/ 387593 w 385280"/>
                  <a:gd name="connsiteY2" fmla="*/ 0 h 6387957"/>
                  <a:gd name="connsiteX3" fmla="*/ 387593 w 38528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5280" h="6387957">
                    <a:moveTo>
                      <a:pt x="0" y="639335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128684" y="0"/>
                      <a:pt x="256597" y="0"/>
                      <a:pt x="387593" y="0"/>
                    </a:cubicBezTo>
                    <a:cubicBezTo>
                      <a:pt x="387593" y="2130603"/>
                      <a:pt x="387593" y="4261207"/>
                      <a:pt x="387593" y="6393351"/>
                    </a:cubicBezTo>
                  </a:path>
                </a:pathLst>
              </a:custGeom>
              <a:solidFill>
                <a:schemeClr val="accent3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71" name="Freeform: Shape 34">
                <a:extLst>
                  <a:ext uri="{FF2B5EF4-FFF2-40B4-BE49-F238E27FC236}">
                    <a16:creationId xmlns:a16="http://schemas.microsoft.com/office/drawing/2014/main" id="{6E905E38-B653-4270-89DB-6739B8AED375}"/>
                  </a:ext>
                </a:extLst>
              </p:cNvPr>
              <p:cNvSpPr/>
              <p:nvPr/>
            </p:nvSpPr>
            <p:spPr>
              <a:xfrm>
                <a:off x="5123269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59666"/>
                      <a:pt x="198805" y="6392581"/>
                    </a:cubicBezTo>
                  </a:path>
                </a:pathLst>
              </a:custGeom>
              <a:solidFill>
                <a:schemeClr val="accent3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72" name="Freeform: Shape 35">
                <a:extLst>
                  <a:ext uri="{FF2B5EF4-FFF2-40B4-BE49-F238E27FC236}">
                    <a16:creationId xmlns:a16="http://schemas.microsoft.com/office/drawing/2014/main" id="{C46E5A34-F6FC-40B7-8BD9-CA4870D3EACB}"/>
                  </a:ext>
                </a:extLst>
              </p:cNvPr>
              <p:cNvSpPr/>
              <p:nvPr/>
            </p:nvSpPr>
            <p:spPr>
              <a:xfrm>
                <a:off x="5611343" y="2927282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chemeClr val="accent3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73" name="Freeform: Shape 36">
                <a:extLst>
                  <a:ext uri="{FF2B5EF4-FFF2-40B4-BE49-F238E27FC236}">
                    <a16:creationId xmlns:a16="http://schemas.microsoft.com/office/drawing/2014/main" id="{5FA3DBA7-F8ED-45A6-819E-A85FBC355BCB}"/>
                  </a:ext>
                </a:extLst>
              </p:cNvPr>
              <p:cNvSpPr/>
              <p:nvPr/>
            </p:nvSpPr>
            <p:spPr>
              <a:xfrm>
                <a:off x="5407259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10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chemeClr val="accent3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74" name="Freeform: Shape 37">
                <a:extLst>
                  <a:ext uri="{FF2B5EF4-FFF2-40B4-BE49-F238E27FC236}">
                    <a16:creationId xmlns:a16="http://schemas.microsoft.com/office/drawing/2014/main" id="{6D4897DB-997C-4440-9C15-09B6C34994D1}"/>
                  </a:ext>
                </a:extLst>
              </p:cNvPr>
              <p:cNvSpPr/>
              <p:nvPr/>
            </p:nvSpPr>
            <p:spPr>
              <a:xfrm>
                <a:off x="5470252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chemeClr val="accent3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75" name="Freeform: Shape 38">
                <a:extLst>
                  <a:ext uri="{FF2B5EF4-FFF2-40B4-BE49-F238E27FC236}">
                    <a16:creationId xmlns:a16="http://schemas.microsoft.com/office/drawing/2014/main" id="{60C5513F-881C-4B26-9ADB-6A46166CB483}"/>
                  </a:ext>
                </a:extLst>
              </p:cNvPr>
              <p:cNvSpPr/>
              <p:nvPr/>
            </p:nvSpPr>
            <p:spPr>
              <a:xfrm>
                <a:off x="5533244" y="2926127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chemeClr val="accent3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</p:grp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621D202A-5DDC-4586-837E-E89610285CC9}"/>
                </a:ext>
              </a:extLst>
            </p:cNvPr>
            <p:cNvSpPr/>
            <p:nvPr/>
          </p:nvSpPr>
          <p:spPr>
            <a:xfrm>
              <a:off x="0" y="-699"/>
              <a:ext cx="12191999" cy="646331"/>
            </a:xfrm>
            <a:prstGeom prst="rect">
              <a:avLst/>
            </a:prstGeom>
            <a:solidFill>
              <a:schemeClr val="bg1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algn="ctr"/>
              <a:endParaRPr lang="ko-KR" altLang="en-US" sz="3600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itchFamily="18" charset="0"/>
              </a:endParaRPr>
            </a:p>
          </p:txBody>
        </p:sp>
        <p:pic>
          <p:nvPicPr>
            <p:cNvPr id="77" name="Picture 76">
              <a:extLst>
                <a:ext uri="{FF2B5EF4-FFF2-40B4-BE49-F238E27FC236}">
                  <a16:creationId xmlns:a16="http://schemas.microsoft.com/office/drawing/2014/main" id="{C10207E4-A41E-4E56-9165-4F7135FB076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587" y="34941"/>
              <a:ext cx="1343005" cy="575049"/>
            </a:xfrm>
            <a:prstGeom prst="rect">
              <a:avLst/>
            </a:prstGeom>
          </p:spPr>
        </p:pic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8C098857-E541-4069-B9EA-AF75614C0ABE}"/>
                </a:ext>
              </a:extLst>
            </p:cNvPr>
            <p:cNvSpPr txBox="1"/>
            <p:nvPr/>
          </p:nvSpPr>
          <p:spPr>
            <a:xfrm>
              <a:off x="3258798" y="84039"/>
              <a:ext cx="5674404" cy="5480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15000"/>
                </a:lnSpc>
                <a:spcAft>
                  <a:spcPts val="800"/>
                </a:spcAft>
              </a:pPr>
              <a:endParaRPr lang="en-US" sz="2800" b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80" name="TextBox 79">
            <a:extLst>
              <a:ext uri="{FF2B5EF4-FFF2-40B4-BE49-F238E27FC236}">
                <a16:creationId xmlns:a16="http://schemas.microsoft.com/office/drawing/2014/main" id="{311B9A23-1D61-62FA-ADAF-20323146991D}"/>
              </a:ext>
            </a:extLst>
          </p:cNvPr>
          <p:cNvSpPr txBox="1"/>
          <p:nvPr/>
        </p:nvSpPr>
        <p:spPr>
          <a:xfrm>
            <a:off x="3686751" y="30077"/>
            <a:ext cx="4818499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rPr lang="en-IN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"Premium Predictor"</a:t>
            </a:r>
            <a:endParaRPr sz="3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2" name="Picture 81">
            <a:extLst>
              <a:ext uri="{FF2B5EF4-FFF2-40B4-BE49-F238E27FC236}">
                <a16:creationId xmlns:a16="http://schemas.microsoft.com/office/drawing/2014/main" id="{C627E1A9-311C-BC80-0977-EA4BE42412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707" y="753196"/>
            <a:ext cx="10100758" cy="4580711"/>
          </a:xfrm>
          <a:prstGeom prst="rect">
            <a:avLst/>
          </a:prstGeom>
        </p:spPr>
      </p:pic>
      <p:sp>
        <p:nvSpPr>
          <p:cNvPr id="84" name="TextBox 83">
            <a:extLst>
              <a:ext uri="{FF2B5EF4-FFF2-40B4-BE49-F238E27FC236}">
                <a16:creationId xmlns:a16="http://schemas.microsoft.com/office/drawing/2014/main" id="{77208091-AC8C-4310-1A7B-CD25EB00E94B}"/>
              </a:ext>
            </a:extLst>
          </p:cNvPr>
          <p:cNvSpPr txBox="1"/>
          <p:nvPr/>
        </p:nvSpPr>
        <p:spPr>
          <a:xfrm>
            <a:off x="293888" y="5358256"/>
            <a:ext cx="1173186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takes all our work—our EDA, our advanced clustering, and our state-of-the-art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model—and puts it into one practical tool. It doesn't just give you a number. It also tells you </a:t>
            </a:r>
            <a:r>
              <a:rPr lang="en-US" i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by showing you the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'District Profile Insight'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connecting the prediction back to the cluster we found. It's the final link between our analysis and a real-world decision.</a:t>
            </a:r>
            <a:endParaRPr lang="en-IN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55214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" name="Group 78">
            <a:extLst>
              <a:ext uri="{FF2B5EF4-FFF2-40B4-BE49-F238E27FC236}">
                <a16:creationId xmlns:a16="http://schemas.microsoft.com/office/drawing/2014/main" id="{8AB83803-82FF-4FDF-A9E4-FA57E548D4DF}"/>
              </a:ext>
            </a:extLst>
          </p:cNvPr>
          <p:cNvGrpSpPr/>
          <p:nvPr/>
        </p:nvGrpSpPr>
        <p:grpSpPr>
          <a:xfrm>
            <a:off x="0" y="-699"/>
            <a:ext cx="12196232" cy="6859933"/>
            <a:chOff x="0" y="-699"/>
            <a:chExt cx="12196232" cy="6859933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4F7233E0-8B4C-403F-B4DC-1EAABD525929}"/>
                </a:ext>
              </a:extLst>
            </p:cNvPr>
            <p:cNvGrpSpPr/>
            <p:nvPr/>
          </p:nvGrpSpPr>
          <p:grpSpPr>
            <a:xfrm>
              <a:off x="4232" y="6382984"/>
              <a:ext cx="12192000" cy="476250"/>
              <a:chOff x="0" y="6381750"/>
              <a:chExt cx="12192000" cy="476250"/>
            </a:xfrm>
            <a:solidFill>
              <a:srgbClr val="C00000"/>
            </a:solidFill>
          </p:grpSpPr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C3EDFE22-777C-4E40-82E4-FD5DB11D8B63}"/>
                  </a:ext>
                </a:extLst>
              </p:cNvPr>
              <p:cNvSpPr/>
              <p:nvPr/>
            </p:nvSpPr>
            <p:spPr>
              <a:xfrm>
                <a:off x="0" y="6381750"/>
                <a:ext cx="12192000" cy="47625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grpSp>
            <p:nvGrpSpPr>
              <p:cNvPr id="4" name="Group 3">
                <a:extLst>
                  <a:ext uri="{FF2B5EF4-FFF2-40B4-BE49-F238E27FC236}">
                    <a16:creationId xmlns:a16="http://schemas.microsoft.com/office/drawing/2014/main" id="{314080B3-0E2C-457A-A722-47CA48E69C19}"/>
                  </a:ext>
                </a:extLst>
              </p:cNvPr>
              <p:cNvGrpSpPr/>
              <p:nvPr/>
            </p:nvGrpSpPr>
            <p:grpSpPr>
              <a:xfrm>
                <a:off x="160089" y="6467143"/>
                <a:ext cx="4087748" cy="273466"/>
                <a:chOff x="4366684" y="2926127"/>
                <a:chExt cx="3278335" cy="2571063"/>
              </a:xfrm>
              <a:grpFill/>
            </p:grpSpPr>
            <p:sp>
              <p:nvSpPr>
                <p:cNvPr id="5" name="Freeform: Shape 4">
                  <a:extLst>
                    <a:ext uri="{FF2B5EF4-FFF2-40B4-BE49-F238E27FC236}">
                      <a16:creationId xmlns:a16="http://schemas.microsoft.com/office/drawing/2014/main" id="{375F0EE2-DB06-4E1C-9F66-EAACEFA99A97}"/>
                    </a:ext>
                  </a:extLst>
                </p:cNvPr>
                <p:cNvSpPr/>
                <p:nvPr/>
              </p:nvSpPr>
              <p:spPr>
                <a:xfrm>
                  <a:off x="4744501" y="2926994"/>
                  <a:ext cx="72212" cy="2394576"/>
                </a:xfrm>
                <a:custGeom>
                  <a:avLst/>
                  <a:gdLst>
                    <a:gd name="connsiteX0" fmla="*/ 0 w 192640"/>
                    <a:gd name="connsiteY0" fmla="*/ 6393351 h 6387957"/>
                    <a:gd name="connsiteX1" fmla="*/ 0 w 192640"/>
                    <a:gd name="connsiteY1" fmla="*/ 0 h 6387957"/>
                    <a:gd name="connsiteX2" fmla="*/ 198034 w 192640"/>
                    <a:gd name="connsiteY2" fmla="*/ 0 h 6387957"/>
                    <a:gd name="connsiteX3" fmla="*/ 198034 w 192640"/>
                    <a:gd name="connsiteY3" fmla="*/ 639335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2640" h="6387957">
                      <a:moveTo>
                        <a:pt x="0" y="6393351"/>
                      </a:moveTo>
                      <a:cubicBezTo>
                        <a:pt x="0" y="4261207"/>
                        <a:pt x="0" y="2132145"/>
                        <a:pt x="0" y="0"/>
                      </a:cubicBezTo>
                      <a:cubicBezTo>
                        <a:pt x="67039" y="0"/>
                        <a:pt x="131766" y="0"/>
                        <a:pt x="198034" y="0"/>
                      </a:cubicBezTo>
                      <a:cubicBezTo>
                        <a:pt x="198034" y="2132145"/>
                        <a:pt x="198034" y="4261207"/>
                        <a:pt x="198034" y="639335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6" name="Freeform: Shape 5">
                  <a:extLst>
                    <a:ext uri="{FF2B5EF4-FFF2-40B4-BE49-F238E27FC236}">
                      <a16:creationId xmlns:a16="http://schemas.microsoft.com/office/drawing/2014/main" id="{175E547C-4DF2-4010-A85D-7C2F6E73C80D}"/>
                    </a:ext>
                  </a:extLst>
                </p:cNvPr>
                <p:cNvSpPr/>
                <p:nvPr/>
              </p:nvSpPr>
              <p:spPr>
                <a:xfrm>
                  <a:off x="4676621" y="2926994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258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2581"/>
                      </a:moveTo>
                      <a:cubicBezTo>
                        <a:pt x="0" y="4261207"/>
                        <a:pt x="0" y="2131374"/>
                        <a:pt x="0" y="0"/>
                      </a:cubicBezTo>
                      <a:cubicBezTo>
                        <a:pt x="34675" y="0"/>
                        <a:pt x="67809" y="0"/>
                        <a:pt x="103255" y="0"/>
                      </a:cubicBezTo>
                      <a:cubicBezTo>
                        <a:pt x="103255" y="2130603"/>
                        <a:pt x="103255" y="4260437"/>
                        <a:pt x="10325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7" name="Freeform: Shape 6">
                  <a:extLst>
                    <a:ext uri="{FF2B5EF4-FFF2-40B4-BE49-F238E27FC236}">
                      <a16:creationId xmlns:a16="http://schemas.microsoft.com/office/drawing/2014/main" id="{3F8BF4F1-A2B9-4C23-BC26-20CA699DD57A}"/>
                    </a:ext>
                  </a:extLst>
                </p:cNvPr>
                <p:cNvSpPr/>
                <p:nvPr/>
              </p:nvSpPr>
              <p:spPr>
                <a:xfrm>
                  <a:off x="5706626" y="2927282"/>
                  <a:ext cx="109764" cy="2394576"/>
                </a:xfrm>
                <a:custGeom>
                  <a:avLst/>
                  <a:gdLst>
                    <a:gd name="connsiteX0" fmla="*/ 0 w 292813"/>
                    <a:gd name="connsiteY0" fmla="*/ 6392581 h 6387957"/>
                    <a:gd name="connsiteX1" fmla="*/ 0 w 292813"/>
                    <a:gd name="connsiteY1" fmla="*/ 0 h 6387957"/>
                    <a:gd name="connsiteX2" fmla="*/ 295125 w 292813"/>
                    <a:gd name="connsiteY2" fmla="*/ 0 h 6387957"/>
                    <a:gd name="connsiteX3" fmla="*/ 295125 w 29281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92813" h="6387957">
                      <a:moveTo>
                        <a:pt x="0" y="6392581"/>
                      </a:moveTo>
                      <a:cubicBezTo>
                        <a:pt x="0" y="4261978"/>
                        <a:pt x="0" y="2132145"/>
                        <a:pt x="0" y="0"/>
                      </a:cubicBezTo>
                      <a:cubicBezTo>
                        <a:pt x="97091" y="0"/>
                        <a:pt x="194952" y="0"/>
                        <a:pt x="295125" y="0"/>
                      </a:cubicBezTo>
                      <a:cubicBezTo>
                        <a:pt x="295125" y="2130603"/>
                        <a:pt x="295125" y="4259666"/>
                        <a:pt x="29512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8" name="Freeform: Shape 7">
                  <a:extLst>
                    <a:ext uri="{FF2B5EF4-FFF2-40B4-BE49-F238E27FC236}">
                      <a16:creationId xmlns:a16="http://schemas.microsoft.com/office/drawing/2014/main" id="{1BB7A337-F067-4346-AD27-97742504B3F6}"/>
                    </a:ext>
                  </a:extLst>
                </p:cNvPr>
                <p:cNvSpPr/>
                <p:nvPr/>
              </p:nvSpPr>
              <p:spPr>
                <a:xfrm>
                  <a:off x="5022376" y="2926994"/>
                  <a:ext cx="75101" cy="2394576"/>
                </a:xfrm>
                <a:custGeom>
                  <a:avLst/>
                  <a:gdLst>
                    <a:gd name="connsiteX0" fmla="*/ 0 w 200346"/>
                    <a:gd name="connsiteY0" fmla="*/ 6392581 h 6387957"/>
                    <a:gd name="connsiteX1" fmla="*/ 0 w 200346"/>
                    <a:gd name="connsiteY1" fmla="*/ 0 h 6387957"/>
                    <a:gd name="connsiteX2" fmla="*/ 201117 w 200346"/>
                    <a:gd name="connsiteY2" fmla="*/ 0 h 6387957"/>
                    <a:gd name="connsiteX3" fmla="*/ 201117 w 200346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00346" h="6387957">
                      <a:moveTo>
                        <a:pt x="0" y="6392581"/>
                      </a:moveTo>
                      <a:cubicBezTo>
                        <a:pt x="0" y="4261207"/>
                        <a:pt x="0" y="2132145"/>
                        <a:pt x="0" y="0"/>
                      </a:cubicBezTo>
                      <a:cubicBezTo>
                        <a:pt x="67039" y="0"/>
                        <a:pt x="133307" y="0"/>
                        <a:pt x="201117" y="0"/>
                      </a:cubicBezTo>
                      <a:cubicBezTo>
                        <a:pt x="201117" y="2131374"/>
                        <a:pt x="201117" y="4260437"/>
                        <a:pt x="201117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9" name="Freeform: Shape 8">
                  <a:extLst>
                    <a:ext uri="{FF2B5EF4-FFF2-40B4-BE49-F238E27FC236}">
                      <a16:creationId xmlns:a16="http://schemas.microsoft.com/office/drawing/2014/main" id="{8E795506-C19E-4D33-8ECE-0DF520B3AEFE}"/>
                    </a:ext>
                  </a:extLst>
                </p:cNvPr>
                <p:cNvSpPr/>
                <p:nvPr/>
              </p:nvSpPr>
              <p:spPr>
                <a:xfrm>
                  <a:off x="4877829" y="2926994"/>
                  <a:ext cx="72212" cy="2394576"/>
                </a:xfrm>
                <a:custGeom>
                  <a:avLst/>
                  <a:gdLst>
                    <a:gd name="connsiteX0" fmla="*/ 0 w 192640"/>
                    <a:gd name="connsiteY0" fmla="*/ 6392581 h 6387957"/>
                    <a:gd name="connsiteX1" fmla="*/ 0 w 192640"/>
                    <a:gd name="connsiteY1" fmla="*/ 0 h 6387957"/>
                    <a:gd name="connsiteX2" fmla="*/ 198805 w 192640"/>
                    <a:gd name="connsiteY2" fmla="*/ 0 h 6387957"/>
                    <a:gd name="connsiteX3" fmla="*/ 198805 w 192640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2640" h="6387957">
                      <a:moveTo>
                        <a:pt x="0" y="6392581"/>
                      </a:moveTo>
                      <a:cubicBezTo>
                        <a:pt x="0" y="4261207"/>
                        <a:pt x="0" y="2131374"/>
                        <a:pt x="0" y="0"/>
                      </a:cubicBezTo>
                      <a:cubicBezTo>
                        <a:pt x="67039" y="0"/>
                        <a:pt x="131766" y="0"/>
                        <a:pt x="198805" y="0"/>
                      </a:cubicBezTo>
                      <a:cubicBezTo>
                        <a:pt x="198805" y="2130603"/>
                        <a:pt x="198805" y="4260437"/>
                        <a:pt x="19880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0" name="Freeform: Shape 9">
                  <a:extLst>
                    <a:ext uri="{FF2B5EF4-FFF2-40B4-BE49-F238E27FC236}">
                      <a16:creationId xmlns:a16="http://schemas.microsoft.com/office/drawing/2014/main" id="{3735ADE9-DFBC-40FF-A853-DDEAE403ED0E}"/>
                    </a:ext>
                  </a:extLst>
                </p:cNvPr>
                <p:cNvSpPr/>
                <p:nvPr/>
              </p:nvSpPr>
              <p:spPr>
                <a:xfrm>
                  <a:off x="4559765" y="2926994"/>
                  <a:ext cx="72212" cy="2394576"/>
                </a:xfrm>
                <a:custGeom>
                  <a:avLst/>
                  <a:gdLst>
                    <a:gd name="connsiteX0" fmla="*/ 0 w 192640"/>
                    <a:gd name="connsiteY0" fmla="*/ 6393351 h 6387957"/>
                    <a:gd name="connsiteX1" fmla="*/ 0 w 192640"/>
                    <a:gd name="connsiteY1" fmla="*/ 0 h 6387957"/>
                    <a:gd name="connsiteX2" fmla="*/ 198034 w 192640"/>
                    <a:gd name="connsiteY2" fmla="*/ 0 h 6387957"/>
                    <a:gd name="connsiteX3" fmla="*/ 198034 w 192640"/>
                    <a:gd name="connsiteY3" fmla="*/ 639335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2640" h="6387957">
                      <a:moveTo>
                        <a:pt x="0" y="6393351"/>
                      </a:moveTo>
                      <a:cubicBezTo>
                        <a:pt x="0" y="4261207"/>
                        <a:pt x="0" y="2132145"/>
                        <a:pt x="0" y="0"/>
                      </a:cubicBezTo>
                      <a:cubicBezTo>
                        <a:pt x="67039" y="0"/>
                        <a:pt x="131766" y="0"/>
                        <a:pt x="198034" y="0"/>
                      </a:cubicBezTo>
                      <a:cubicBezTo>
                        <a:pt x="198034" y="2132145"/>
                        <a:pt x="198034" y="4261207"/>
                        <a:pt x="198034" y="639335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1" name="Freeform: Shape 10">
                  <a:extLst>
                    <a:ext uri="{FF2B5EF4-FFF2-40B4-BE49-F238E27FC236}">
                      <a16:creationId xmlns:a16="http://schemas.microsoft.com/office/drawing/2014/main" id="{45B816DB-E16D-434D-9DDC-1E4BB22E411A}"/>
                    </a:ext>
                  </a:extLst>
                </p:cNvPr>
                <p:cNvSpPr/>
                <p:nvPr/>
              </p:nvSpPr>
              <p:spPr>
                <a:xfrm>
                  <a:off x="4433987" y="2926705"/>
                  <a:ext cx="37550" cy="2567886"/>
                </a:xfrm>
                <a:custGeom>
                  <a:avLst/>
                  <a:gdLst>
                    <a:gd name="connsiteX0" fmla="*/ 0 w 100173"/>
                    <a:gd name="connsiteY0" fmla="*/ 6854918 h 6850294"/>
                    <a:gd name="connsiteX1" fmla="*/ 0 w 100173"/>
                    <a:gd name="connsiteY1" fmla="*/ 0 h 6850294"/>
                    <a:gd name="connsiteX2" fmla="*/ 103255 w 100173"/>
                    <a:gd name="connsiteY2" fmla="*/ 0 h 6850294"/>
                    <a:gd name="connsiteX3" fmla="*/ 103255 w 100173"/>
                    <a:gd name="connsiteY3" fmla="*/ 6854918 h 68502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850294">
                      <a:moveTo>
                        <a:pt x="0" y="6854918"/>
                      </a:moveTo>
                      <a:cubicBezTo>
                        <a:pt x="0" y="4570202"/>
                        <a:pt x="0" y="2286257"/>
                        <a:pt x="0" y="0"/>
                      </a:cubicBezTo>
                      <a:cubicBezTo>
                        <a:pt x="34675" y="0"/>
                        <a:pt x="67809" y="0"/>
                        <a:pt x="103255" y="0"/>
                      </a:cubicBezTo>
                      <a:cubicBezTo>
                        <a:pt x="103255" y="2284716"/>
                        <a:pt x="103255" y="4567891"/>
                        <a:pt x="103255" y="6854918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2" name="Freeform: Shape 11">
                  <a:extLst>
                    <a:ext uri="{FF2B5EF4-FFF2-40B4-BE49-F238E27FC236}">
                      <a16:creationId xmlns:a16="http://schemas.microsoft.com/office/drawing/2014/main" id="{D5D6C9B3-F26D-4538-B939-0107B961839D}"/>
                    </a:ext>
                  </a:extLst>
                </p:cNvPr>
                <p:cNvSpPr/>
                <p:nvPr/>
              </p:nvSpPr>
              <p:spPr>
                <a:xfrm>
                  <a:off x="4366684" y="2927282"/>
                  <a:ext cx="37550" cy="2567886"/>
                </a:xfrm>
                <a:custGeom>
                  <a:avLst/>
                  <a:gdLst>
                    <a:gd name="connsiteX0" fmla="*/ 0 w 100173"/>
                    <a:gd name="connsiteY0" fmla="*/ 6854148 h 6850294"/>
                    <a:gd name="connsiteX1" fmla="*/ 0 w 100173"/>
                    <a:gd name="connsiteY1" fmla="*/ 0 h 6850294"/>
                    <a:gd name="connsiteX2" fmla="*/ 103255 w 100173"/>
                    <a:gd name="connsiteY2" fmla="*/ 0 h 6850294"/>
                    <a:gd name="connsiteX3" fmla="*/ 103255 w 100173"/>
                    <a:gd name="connsiteY3" fmla="*/ 6854918 h 68502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850294">
                      <a:moveTo>
                        <a:pt x="0" y="6854148"/>
                      </a:moveTo>
                      <a:cubicBezTo>
                        <a:pt x="0" y="4569432"/>
                        <a:pt x="0" y="2286257"/>
                        <a:pt x="0" y="0"/>
                      </a:cubicBezTo>
                      <a:cubicBezTo>
                        <a:pt x="33905" y="0"/>
                        <a:pt x="67809" y="0"/>
                        <a:pt x="103255" y="0"/>
                      </a:cubicBezTo>
                      <a:cubicBezTo>
                        <a:pt x="103255" y="2285486"/>
                        <a:pt x="103255" y="4568661"/>
                        <a:pt x="103255" y="6854918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3" name="Freeform: Shape 12">
                  <a:extLst>
                    <a:ext uri="{FF2B5EF4-FFF2-40B4-BE49-F238E27FC236}">
                      <a16:creationId xmlns:a16="http://schemas.microsoft.com/office/drawing/2014/main" id="{EC07D1C9-009A-483F-95D8-AE22DC2CD8D8}"/>
                    </a:ext>
                  </a:extLst>
                </p:cNvPr>
                <p:cNvSpPr/>
                <p:nvPr/>
              </p:nvSpPr>
              <p:spPr>
                <a:xfrm>
                  <a:off x="5957386" y="2926705"/>
                  <a:ext cx="37550" cy="2567886"/>
                </a:xfrm>
                <a:custGeom>
                  <a:avLst/>
                  <a:gdLst>
                    <a:gd name="connsiteX0" fmla="*/ 0 w 100173"/>
                    <a:gd name="connsiteY0" fmla="*/ 6854918 h 6850294"/>
                    <a:gd name="connsiteX1" fmla="*/ 0 w 100173"/>
                    <a:gd name="connsiteY1" fmla="*/ 0 h 6850294"/>
                    <a:gd name="connsiteX2" fmla="*/ 103255 w 100173"/>
                    <a:gd name="connsiteY2" fmla="*/ 0 h 6850294"/>
                    <a:gd name="connsiteX3" fmla="*/ 103255 w 100173"/>
                    <a:gd name="connsiteY3" fmla="*/ 6854918 h 68502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850294">
                      <a:moveTo>
                        <a:pt x="0" y="6854918"/>
                      </a:moveTo>
                      <a:cubicBezTo>
                        <a:pt x="0" y="4570202"/>
                        <a:pt x="0" y="2286257"/>
                        <a:pt x="0" y="0"/>
                      </a:cubicBezTo>
                      <a:cubicBezTo>
                        <a:pt x="34675" y="0"/>
                        <a:pt x="67809" y="0"/>
                        <a:pt x="103255" y="0"/>
                      </a:cubicBezTo>
                      <a:cubicBezTo>
                        <a:pt x="103255" y="2283945"/>
                        <a:pt x="103255" y="4567891"/>
                        <a:pt x="103255" y="6854918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4" name="Freeform: Shape 13">
                  <a:extLst>
                    <a:ext uri="{FF2B5EF4-FFF2-40B4-BE49-F238E27FC236}">
                      <a16:creationId xmlns:a16="http://schemas.microsoft.com/office/drawing/2014/main" id="{F54B353B-E09D-4957-842E-D8AD4D49A921}"/>
                    </a:ext>
                  </a:extLst>
                </p:cNvPr>
                <p:cNvSpPr/>
                <p:nvPr/>
              </p:nvSpPr>
              <p:spPr>
                <a:xfrm>
                  <a:off x="6024689" y="2926127"/>
                  <a:ext cx="37550" cy="2567886"/>
                </a:xfrm>
                <a:custGeom>
                  <a:avLst/>
                  <a:gdLst>
                    <a:gd name="connsiteX0" fmla="*/ 0 w 100173"/>
                    <a:gd name="connsiteY0" fmla="*/ 6857230 h 6850294"/>
                    <a:gd name="connsiteX1" fmla="*/ 0 w 100173"/>
                    <a:gd name="connsiteY1" fmla="*/ 0 h 6850294"/>
                    <a:gd name="connsiteX2" fmla="*/ 52398 w 100173"/>
                    <a:gd name="connsiteY2" fmla="*/ 0 h 6850294"/>
                    <a:gd name="connsiteX3" fmla="*/ 103255 w 100173"/>
                    <a:gd name="connsiteY3" fmla="*/ 0 h 6850294"/>
                    <a:gd name="connsiteX4" fmla="*/ 103255 w 100173"/>
                    <a:gd name="connsiteY4" fmla="*/ 6857230 h 68502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00173" h="6850294">
                      <a:moveTo>
                        <a:pt x="0" y="6857230"/>
                      </a:moveTo>
                      <a:cubicBezTo>
                        <a:pt x="0" y="4572514"/>
                        <a:pt x="0" y="2288569"/>
                        <a:pt x="0" y="0"/>
                      </a:cubicBezTo>
                      <a:cubicBezTo>
                        <a:pt x="17723" y="0"/>
                        <a:pt x="34675" y="0"/>
                        <a:pt x="52398" y="0"/>
                      </a:cubicBezTo>
                      <a:cubicBezTo>
                        <a:pt x="68580" y="0"/>
                        <a:pt x="84762" y="0"/>
                        <a:pt x="103255" y="0"/>
                      </a:cubicBezTo>
                      <a:cubicBezTo>
                        <a:pt x="103255" y="2287798"/>
                        <a:pt x="103255" y="4571743"/>
                        <a:pt x="103255" y="6857230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5" name="Freeform: Shape 14">
                  <a:extLst>
                    <a:ext uri="{FF2B5EF4-FFF2-40B4-BE49-F238E27FC236}">
                      <a16:creationId xmlns:a16="http://schemas.microsoft.com/office/drawing/2014/main" id="{C60F81BD-F891-48DF-8E0D-BDC05CBC7452}"/>
                    </a:ext>
                  </a:extLst>
                </p:cNvPr>
                <p:cNvSpPr/>
                <p:nvPr/>
              </p:nvSpPr>
              <p:spPr>
                <a:xfrm>
                  <a:off x="5890084" y="2926994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2581 h 6387957"/>
                    <a:gd name="connsiteX1" fmla="*/ 0 w 100173"/>
                    <a:gd name="connsiteY1" fmla="*/ 0 h 6387957"/>
                    <a:gd name="connsiteX2" fmla="*/ 101714 w 100173"/>
                    <a:gd name="connsiteY2" fmla="*/ 0 h 6387957"/>
                    <a:gd name="connsiteX3" fmla="*/ 101714 w 10017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2581"/>
                      </a:moveTo>
                      <a:cubicBezTo>
                        <a:pt x="0" y="4262748"/>
                        <a:pt x="0" y="2132145"/>
                        <a:pt x="0" y="0"/>
                      </a:cubicBezTo>
                      <a:cubicBezTo>
                        <a:pt x="33904" y="0"/>
                        <a:pt x="67039" y="0"/>
                        <a:pt x="101714" y="0"/>
                      </a:cubicBezTo>
                      <a:cubicBezTo>
                        <a:pt x="101714" y="2130603"/>
                        <a:pt x="101714" y="4260437"/>
                        <a:pt x="101714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6" name="Freeform: Shape 15">
                  <a:extLst>
                    <a:ext uri="{FF2B5EF4-FFF2-40B4-BE49-F238E27FC236}">
                      <a16:creationId xmlns:a16="http://schemas.microsoft.com/office/drawing/2014/main" id="{09F9B5B4-A975-4BC1-A4E4-F4869117A798}"/>
                    </a:ext>
                  </a:extLst>
                </p:cNvPr>
                <p:cNvSpPr/>
                <p:nvPr/>
              </p:nvSpPr>
              <p:spPr>
                <a:xfrm>
                  <a:off x="6091991" y="2926994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335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335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3351"/>
                      </a:moveTo>
                      <a:cubicBezTo>
                        <a:pt x="0" y="4261978"/>
                        <a:pt x="0" y="2132915"/>
                        <a:pt x="0" y="0"/>
                      </a:cubicBezTo>
                      <a:cubicBezTo>
                        <a:pt x="34675" y="0"/>
                        <a:pt x="67809" y="0"/>
                        <a:pt x="103255" y="0"/>
                      </a:cubicBezTo>
                      <a:cubicBezTo>
                        <a:pt x="103255" y="2131374"/>
                        <a:pt x="103255" y="4261207"/>
                        <a:pt x="103255" y="639335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7" name="Freeform: Shape 16">
                  <a:extLst>
                    <a:ext uri="{FF2B5EF4-FFF2-40B4-BE49-F238E27FC236}">
                      <a16:creationId xmlns:a16="http://schemas.microsoft.com/office/drawing/2014/main" id="{F0F04A50-70C0-4152-B892-712F604BB364}"/>
                    </a:ext>
                  </a:extLst>
                </p:cNvPr>
                <p:cNvSpPr/>
                <p:nvPr/>
              </p:nvSpPr>
              <p:spPr>
                <a:xfrm>
                  <a:off x="7139759" y="2926994"/>
                  <a:ext cx="109764" cy="2394576"/>
                </a:xfrm>
                <a:custGeom>
                  <a:avLst/>
                  <a:gdLst>
                    <a:gd name="connsiteX0" fmla="*/ 0 w 292813"/>
                    <a:gd name="connsiteY0" fmla="*/ 6393351 h 6387957"/>
                    <a:gd name="connsiteX1" fmla="*/ 0 w 292813"/>
                    <a:gd name="connsiteY1" fmla="*/ 0 h 6387957"/>
                    <a:gd name="connsiteX2" fmla="*/ 295125 w 292813"/>
                    <a:gd name="connsiteY2" fmla="*/ 0 h 6387957"/>
                    <a:gd name="connsiteX3" fmla="*/ 295125 w 292813"/>
                    <a:gd name="connsiteY3" fmla="*/ 639335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92813" h="6387957">
                      <a:moveTo>
                        <a:pt x="0" y="6393351"/>
                      </a:moveTo>
                      <a:cubicBezTo>
                        <a:pt x="0" y="4261207"/>
                        <a:pt x="0" y="2131374"/>
                        <a:pt x="0" y="0"/>
                      </a:cubicBezTo>
                      <a:cubicBezTo>
                        <a:pt x="99403" y="0"/>
                        <a:pt x="196493" y="0"/>
                        <a:pt x="295125" y="0"/>
                      </a:cubicBezTo>
                      <a:cubicBezTo>
                        <a:pt x="295125" y="2132145"/>
                        <a:pt x="295125" y="4261207"/>
                        <a:pt x="295125" y="639335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8" name="Freeform: Shape 17">
                  <a:extLst>
                    <a:ext uri="{FF2B5EF4-FFF2-40B4-BE49-F238E27FC236}">
                      <a16:creationId xmlns:a16="http://schemas.microsoft.com/office/drawing/2014/main" id="{71D9C88D-AEA2-48F6-AF2B-D383D97E3535}"/>
                    </a:ext>
                  </a:extLst>
                </p:cNvPr>
                <p:cNvSpPr/>
                <p:nvPr/>
              </p:nvSpPr>
              <p:spPr>
                <a:xfrm>
                  <a:off x="7280788" y="2926994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258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2581"/>
                      </a:moveTo>
                      <a:cubicBezTo>
                        <a:pt x="0" y="4261207"/>
                        <a:pt x="0" y="2131374"/>
                        <a:pt x="0" y="0"/>
                      </a:cubicBezTo>
                      <a:cubicBezTo>
                        <a:pt x="34675" y="0"/>
                        <a:pt x="67809" y="0"/>
                        <a:pt x="103255" y="0"/>
                      </a:cubicBezTo>
                      <a:cubicBezTo>
                        <a:pt x="103255" y="2130603"/>
                        <a:pt x="103255" y="4260437"/>
                        <a:pt x="10325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9" name="Freeform: Shape 18">
                  <a:extLst>
                    <a:ext uri="{FF2B5EF4-FFF2-40B4-BE49-F238E27FC236}">
                      <a16:creationId xmlns:a16="http://schemas.microsoft.com/office/drawing/2014/main" id="{AB8EEA47-0851-4500-8CE0-169E98978C2E}"/>
                    </a:ext>
                  </a:extLst>
                </p:cNvPr>
                <p:cNvSpPr/>
                <p:nvPr/>
              </p:nvSpPr>
              <p:spPr>
                <a:xfrm>
                  <a:off x="7349773" y="2926994"/>
                  <a:ext cx="109764" cy="2394576"/>
                </a:xfrm>
                <a:custGeom>
                  <a:avLst/>
                  <a:gdLst>
                    <a:gd name="connsiteX0" fmla="*/ 0 w 292813"/>
                    <a:gd name="connsiteY0" fmla="*/ 6393351 h 6387957"/>
                    <a:gd name="connsiteX1" fmla="*/ 0 w 292813"/>
                    <a:gd name="connsiteY1" fmla="*/ 0 h 6387957"/>
                    <a:gd name="connsiteX2" fmla="*/ 295125 w 292813"/>
                    <a:gd name="connsiteY2" fmla="*/ 0 h 6387957"/>
                    <a:gd name="connsiteX3" fmla="*/ 295125 w 292813"/>
                    <a:gd name="connsiteY3" fmla="*/ 639335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92813" h="6387957">
                      <a:moveTo>
                        <a:pt x="0" y="6393351"/>
                      </a:moveTo>
                      <a:cubicBezTo>
                        <a:pt x="0" y="4261207"/>
                        <a:pt x="0" y="2132145"/>
                        <a:pt x="0" y="0"/>
                      </a:cubicBezTo>
                      <a:cubicBezTo>
                        <a:pt x="99402" y="0"/>
                        <a:pt x="195722" y="0"/>
                        <a:pt x="295125" y="0"/>
                      </a:cubicBezTo>
                      <a:cubicBezTo>
                        <a:pt x="295125" y="2132145"/>
                        <a:pt x="295125" y="4261207"/>
                        <a:pt x="295125" y="639335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20" name="Freeform: Shape 19">
                  <a:extLst>
                    <a:ext uri="{FF2B5EF4-FFF2-40B4-BE49-F238E27FC236}">
                      <a16:creationId xmlns:a16="http://schemas.microsoft.com/office/drawing/2014/main" id="{99CB024E-C751-4D3B-A1FC-DB08068B1DB8}"/>
                    </a:ext>
                  </a:extLst>
                </p:cNvPr>
                <p:cNvSpPr/>
                <p:nvPr/>
              </p:nvSpPr>
              <p:spPr>
                <a:xfrm>
                  <a:off x="7548511" y="2927282"/>
                  <a:ext cx="41911" cy="2569908"/>
                </a:xfrm>
                <a:custGeom>
                  <a:avLst/>
                  <a:gdLst>
                    <a:gd name="connsiteX0" fmla="*/ 0 w 115584"/>
                    <a:gd name="connsiteY0" fmla="*/ 6753975 h 6850294"/>
                    <a:gd name="connsiteX1" fmla="*/ 13099 w 115584"/>
                    <a:gd name="connsiteY1" fmla="*/ 0 h 6850294"/>
                    <a:gd name="connsiteX2" fmla="*/ 118666 w 115584"/>
                    <a:gd name="connsiteY2" fmla="*/ 0 h 6850294"/>
                    <a:gd name="connsiteX3" fmla="*/ 118666 w 115584"/>
                    <a:gd name="connsiteY3" fmla="*/ 6855688 h 6850294"/>
                    <a:gd name="connsiteX0" fmla="*/ 0 w 111805"/>
                    <a:gd name="connsiteY0" fmla="*/ 6836322 h 6855688"/>
                    <a:gd name="connsiteX1" fmla="*/ 6237 w 111805"/>
                    <a:gd name="connsiteY1" fmla="*/ 0 h 6855688"/>
                    <a:gd name="connsiteX2" fmla="*/ 111804 w 111805"/>
                    <a:gd name="connsiteY2" fmla="*/ 0 h 6855688"/>
                    <a:gd name="connsiteX3" fmla="*/ 111804 w 111805"/>
                    <a:gd name="connsiteY3" fmla="*/ 6855688 h 6855688"/>
                    <a:gd name="connsiteX0" fmla="*/ 0 w 111804"/>
                    <a:gd name="connsiteY0" fmla="*/ 6853478 h 6855688"/>
                    <a:gd name="connsiteX1" fmla="*/ 6237 w 111804"/>
                    <a:gd name="connsiteY1" fmla="*/ 0 h 6855688"/>
                    <a:gd name="connsiteX2" fmla="*/ 111804 w 111804"/>
                    <a:gd name="connsiteY2" fmla="*/ 0 h 6855688"/>
                    <a:gd name="connsiteX3" fmla="*/ 111804 w 111804"/>
                    <a:gd name="connsiteY3" fmla="*/ 6855688 h 68556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11804" h="6855688">
                      <a:moveTo>
                        <a:pt x="0" y="6853478"/>
                      </a:moveTo>
                      <a:cubicBezTo>
                        <a:pt x="14640" y="4603437"/>
                        <a:pt x="3155" y="2253123"/>
                        <a:pt x="6237" y="0"/>
                      </a:cubicBezTo>
                      <a:lnTo>
                        <a:pt x="111804" y="0"/>
                      </a:lnTo>
                      <a:lnTo>
                        <a:pt x="111804" y="6855688"/>
                      </a:ln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21" name="Freeform: Shape 20">
                  <a:extLst>
                    <a:ext uri="{FF2B5EF4-FFF2-40B4-BE49-F238E27FC236}">
                      <a16:creationId xmlns:a16="http://schemas.microsoft.com/office/drawing/2014/main" id="{1BDA8D11-4AAC-43CC-B408-A388F56971AF}"/>
                    </a:ext>
                  </a:extLst>
                </p:cNvPr>
                <p:cNvSpPr/>
                <p:nvPr/>
              </p:nvSpPr>
              <p:spPr>
                <a:xfrm>
                  <a:off x="7485249" y="2926994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258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2581"/>
                      </a:moveTo>
                      <a:cubicBezTo>
                        <a:pt x="0" y="4261207"/>
                        <a:pt x="0" y="2131374"/>
                        <a:pt x="0" y="0"/>
                      </a:cubicBezTo>
                      <a:cubicBezTo>
                        <a:pt x="34675" y="0"/>
                        <a:pt x="67809" y="0"/>
                        <a:pt x="103255" y="0"/>
                      </a:cubicBezTo>
                      <a:cubicBezTo>
                        <a:pt x="103255" y="2130603"/>
                        <a:pt x="103255" y="4260437"/>
                        <a:pt x="10325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22" name="Freeform: Shape 21">
                  <a:extLst>
                    <a:ext uri="{FF2B5EF4-FFF2-40B4-BE49-F238E27FC236}">
                      <a16:creationId xmlns:a16="http://schemas.microsoft.com/office/drawing/2014/main" id="{3EE00667-7B8F-4892-BF72-8EA3745153E0}"/>
                    </a:ext>
                  </a:extLst>
                </p:cNvPr>
                <p:cNvSpPr/>
                <p:nvPr/>
              </p:nvSpPr>
              <p:spPr>
                <a:xfrm>
                  <a:off x="7616134" y="2926994"/>
                  <a:ext cx="28885" cy="2567886"/>
                </a:xfrm>
                <a:custGeom>
                  <a:avLst/>
                  <a:gdLst>
                    <a:gd name="connsiteX0" fmla="*/ 0 w 77056"/>
                    <a:gd name="connsiteY0" fmla="*/ 6854918 h 6850294"/>
                    <a:gd name="connsiteX1" fmla="*/ 0 w 77056"/>
                    <a:gd name="connsiteY1" fmla="*/ 0 h 6850294"/>
                    <a:gd name="connsiteX2" fmla="*/ 78597 w 77056"/>
                    <a:gd name="connsiteY2" fmla="*/ 0 h 6850294"/>
                    <a:gd name="connsiteX3" fmla="*/ 78597 w 77056"/>
                    <a:gd name="connsiteY3" fmla="*/ 6854918 h 68502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7056" h="6850294">
                      <a:moveTo>
                        <a:pt x="0" y="6854918"/>
                      </a:moveTo>
                      <a:cubicBezTo>
                        <a:pt x="0" y="4570202"/>
                        <a:pt x="0" y="2286257"/>
                        <a:pt x="0" y="0"/>
                      </a:cubicBezTo>
                      <a:cubicBezTo>
                        <a:pt x="25428" y="0"/>
                        <a:pt x="50087" y="0"/>
                        <a:pt x="78597" y="0"/>
                      </a:cubicBezTo>
                      <a:cubicBezTo>
                        <a:pt x="78597" y="2283175"/>
                        <a:pt x="78597" y="4566350"/>
                        <a:pt x="78597" y="6854918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23" name="Freeform: Shape 22">
                  <a:extLst>
                    <a:ext uri="{FF2B5EF4-FFF2-40B4-BE49-F238E27FC236}">
                      <a16:creationId xmlns:a16="http://schemas.microsoft.com/office/drawing/2014/main" id="{902A81A6-28D8-4522-B490-B37A255B8416}"/>
                    </a:ext>
                  </a:extLst>
                </p:cNvPr>
                <p:cNvSpPr/>
                <p:nvPr/>
              </p:nvSpPr>
              <p:spPr>
                <a:xfrm>
                  <a:off x="6838507" y="2926994"/>
                  <a:ext cx="109764" cy="2394576"/>
                </a:xfrm>
                <a:custGeom>
                  <a:avLst/>
                  <a:gdLst>
                    <a:gd name="connsiteX0" fmla="*/ 0 w 292813"/>
                    <a:gd name="connsiteY0" fmla="*/ 6393351 h 6387957"/>
                    <a:gd name="connsiteX1" fmla="*/ 0 w 292813"/>
                    <a:gd name="connsiteY1" fmla="*/ 0 h 6387957"/>
                    <a:gd name="connsiteX2" fmla="*/ 295125 w 292813"/>
                    <a:gd name="connsiteY2" fmla="*/ 0 h 6387957"/>
                    <a:gd name="connsiteX3" fmla="*/ 295125 w 292813"/>
                    <a:gd name="connsiteY3" fmla="*/ 639335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92813" h="6387957">
                      <a:moveTo>
                        <a:pt x="0" y="6393351"/>
                      </a:moveTo>
                      <a:cubicBezTo>
                        <a:pt x="0" y="4261207"/>
                        <a:pt x="0" y="2131374"/>
                        <a:pt x="0" y="0"/>
                      </a:cubicBezTo>
                      <a:cubicBezTo>
                        <a:pt x="99403" y="0"/>
                        <a:pt x="196493" y="0"/>
                        <a:pt x="295125" y="0"/>
                      </a:cubicBezTo>
                      <a:cubicBezTo>
                        <a:pt x="295125" y="2132145"/>
                        <a:pt x="295125" y="4261207"/>
                        <a:pt x="295125" y="639335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24" name="Freeform: Shape 23">
                  <a:extLst>
                    <a:ext uri="{FF2B5EF4-FFF2-40B4-BE49-F238E27FC236}">
                      <a16:creationId xmlns:a16="http://schemas.microsoft.com/office/drawing/2014/main" id="{2A569EB6-2490-40DF-9A4A-639E65D35F5C}"/>
                    </a:ext>
                  </a:extLst>
                </p:cNvPr>
                <p:cNvSpPr/>
                <p:nvPr/>
              </p:nvSpPr>
              <p:spPr>
                <a:xfrm>
                  <a:off x="6980994" y="2927282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258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2581"/>
                      </a:moveTo>
                      <a:cubicBezTo>
                        <a:pt x="0" y="4261978"/>
                        <a:pt x="0" y="2132145"/>
                        <a:pt x="0" y="0"/>
                      </a:cubicBezTo>
                      <a:cubicBezTo>
                        <a:pt x="33904" y="0"/>
                        <a:pt x="67809" y="0"/>
                        <a:pt x="103255" y="0"/>
                      </a:cubicBezTo>
                      <a:cubicBezTo>
                        <a:pt x="103255" y="2130603"/>
                        <a:pt x="103255" y="4258895"/>
                        <a:pt x="10325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25" name="Freeform: Shape 24">
                  <a:extLst>
                    <a:ext uri="{FF2B5EF4-FFF2-40B4-BE49-F238E27FC236}">
                      <a16:creationId xmlns:a16="http://schemas.microsoft.com/office/drawing/2014/main" id="{7DC04B7B-FFF7-4CAC-BF2B-7AF98E950FE2}"/>
                    </a:ext>
                  </a:extLst>
                </p:cNvPr>
                <p:cNvSpPr/>
                <p:nvPr/>
              </p:nvSpPr>
              <p:spPr>
                <a:xfrm>
                  <a:off x="7065051" y="2926994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258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2581"/>
                      </a:moveTo>
                      <a:cubicBezTo>
                        <a:pt x="0" y="4261978"/>
                        <a:pt x="0" y="2132145"/>
                        <a:pt x="0" y="0"/>
                      </a:cubicBezTo>
                      <a:cubicBezTo>
                        <a:pt x="33904" y="0"/>
                        <a:pt x="67809" y="0"/>
                        <a:pt x="103255" y="0"/>
                      </a:cubicBezTo>
                      <a:cubicBezTo>
                        <a:pt x="103255" y="2130603"/>
                        <a:pt x="103255" y="4258895"/>
                        <a:pt x="10325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26" name="Freeform: Shape 25">
                  <a:extLst>
                    <a:ext uri="{FF2B5EF4-FFF2-40B4-BE49-F238E27FC236}">
                      <a16:creationId xmlns:a16="http://schemas.microsoft.com/office/drawing/2014/main" id="{99FD279C-9B71-46A5-9519-57C2FDE43882}"/>
                    </a:ext>
                  </a:extLst>
                </p:cNvPr>
                <p:cNvSpPr/>
                <p:nvPr/>
              </p:nvSpPr>
              <p:spPr>
                <a:xfrm>
                  <a:off x="6754449" y="2926127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258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2581"/>
                      </a:moveTo>
                      <a:cubicBezTo>
                        <a:pt x="0" y="4261978"/>
                        <a:pt x="0" y="2132145"/>
                        <a:pt x="0" y="0"/>
                      </a:cubicBezTo>
                      <a:cubicBezTo>
                        <a:pt x="33905" y="0"/>
                        <a:pt x="67810" y="0"/>
                        <a:pt x="103255" y="0"/>
                      </a:cubicBezTo>
                      <a:cubicBezTo>
                        <a:pt x="103255" y="2131374"/>
                        <a:pt x="103255" y="4260436"/>
                        <a:pt x="10325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27" name="Freeform: Shape 26">
                  <a:extLst>
                    <a:ext uri="{FF2B5EF4-FFF2-40B4-BE49-F238E27FC236}">
                      <a16:creationId xmlns:a16="http://schemas.microsoft.com/office/drawing/2014/main" id="{E77F362F-1E3A-429A-8A7A-092562BB2825}"/>
                    </a:ext>
                  </a:extLst>
                </p:cNvPr>
                <p:cNvSpPr/>
                <p:nvPr/>
              </p:nvSpPr>
              <p:spPr>
                <a:xfrm>
                  <a:off x="6334914" y="2927282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335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335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3351"/>
                      </a:moveTo>
                      <a:cubicBezTo>
                        <a:pt x="0" y="4262748"/>
                        <a:pt x="0" y="2132915"/>
                        <a:pt x="0" y="0"/>
                      </a:cubicBezTo>
                      <a:cubicBezTo>
                        <a:pt x="33904" y="0"/>
                        <a:pt x="67809" y="0"/>
                        <a:pt x="103255" y="0"/>
                      </a:cubicBezTo>
                      <a:cubicBezTo>
                        <a:pt x="103255" y="2131374"/>
                        <a:pt x="103255" y="4260436"/>
                        <a:pt x="103255" y="639335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28" name="Freeform: Shape 27">
                  <a:extLst>
                    <a:ext uri="{FF2B5EF4-FFF2-40B4-BE49-F238E27FC236}">
                      <a16:creationId xmlns:a16="http://schemas.microsoft.com/office/drawing/2014/main" id="{BA25F615-E11E-4379-BA54-9819ACDC6FD8}"/>
                    </a:ext>
                  </a:extLst>
                </p:cNvPr>
                <p:cNvSpPr/>
                <p:nvPr/>
              </p:nvSpPr>
              <p:spPr>
                <a:xfrm>
                  <a:off x="6159871" y="2926127"/>
                  <a:ext cx="37550" cy="2397464"/>
                </a:xfrm>
                <a:custGeom>
                  <a:avLst/>
                  <a:gdLst>
                    <a:gd name="connsiteX0" fmla="*/ 0 w 100173"/>
                    <a:gd name="connsiteY0" fmla="*/ 6395663 h 6395662"/>
                    <a:gd name="connsiteX1" fmla="*/ 0 w 100173"/>
                    <a:gd name="connsiteY1" fmla="*/ 0 h 6395662"/>
                    <a:gd name="connsiteX2" fmla="*/ 52398 w 100173"/>
                    <a:gd name="connsiteY2" fmla="*/ 0 h 6395662"/>
                    <a:gd name="connsiteX3" fmla="*/ 103255 w 100173"/>
                    <a:gd name="connsiteY3" fmla="*/ 0 h 6395662"/>
                    <a:gd name="connsiteX4" fmla="*/ 103255 w 100173"/>
                    <a:gd name="connsiteY4" fmla="*/ 6395663 h 63956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00173" h="6395662">
                      <a:moveTo>
                        <a:pt x="0" y="6395663"/>
                      </a:moveTo>
                      <a:cubicBezTo>
                        <a:pt x="0" y="4265060"/>
                        <a:pt x="0" y="2135227"/>
                        <a:pt x="0" y="0"/>
                      </a:cubicBezTo>
                      <a:cubicBezTo>
                        <a:pt x="17723" y="0"/>
                        <a:pt x="34675" y="0"/>
                        <a:pt x="52398" y="0"/>
                      </a:cubicBezTo>
                      <a:cubicBezTo>
                        <a:pt x="68580" y="0"/>
                        <a:pt x="84762" y="0"/>
                        <a:pt x="103255" y="0"/>
                      </a:cubicBezTo>
                      <a:cubicBezTo>
                        <a:pt x="103255" y="2132915"/>
                        <a:pt x="103255" y="4261977"/>
                        <a:pt x="103255" y="6395663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29" name="Freeform: Shape 28">
                  <a:extLst>
                    <a:ext uri="{FF2B5EF4-FFF2-40B4-BE49-F238E27FC236}">
                      <a16:creationId xmlns:a16="http://schemas.microsoft.com/office/drawing/2014/main" id="{43767ECE-21FE-4B4C-89B1-0E19BEADDA56}"/>
                    </a:ext>
                  </a:extLst>
                </p:cNvPr>
                <p:cNvSpPr/>
                <p:nvPr/>
              </p:nvSpPr>
              <p:spPr>
                <a:xfrm>
                  <a:off x="6231712" y="2926127"/>
                  <a:ext cx="72212" cy="2394576"/>
                </a:xfrm>
                <a:custGeom>
                  <a:avLst/>
                  <a:gdLst>
                    <a:gd name="connsiteX0" fmla="*/ 0 w 192640"/>
                    <a:gd name="connsiteY0" fmla="*/ 6392581 h 6387957"/>
                    <a:gd name="connsiteX1" fmla="*/ 0 w 192640"/>
                    <a:gd name="connsiteY1" fmla="*/ 0 h 6387957"/>
                    <a:gd name="connsiteX2" fmla="*/ 198805 w 192640"/>
                    <a:gd name="connsiteY2" fmla="*/ 0 h 6387957"/>
                    <a:gd name="connsiteX3" fmla="*/ 198805 w 192640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2640" h="6387957">
                      <a:moveTo>
                        <a:pt x="0" y="6392581"/>
                      </a:moveTo>
                      <a:cubicBezTo>
                        <a:pt x="0" y="4261207"/>
                        <a:pt x="0" y="2132145"/>
                        <a:pt x="0" y="0"/>
                      </a:cubicBezTo>
                      <a:cubicBezTo>
                        <a:pt x="66268" y="0"/>
                        <a:pt x="131766" y="0"/>
                        <a:pt x="198805" y="0"/>
                      </a:cubicBezTo>
                      <a:cubicBezTo>
                        <a:pt x="198805" y="2131374"/>
                        <a:pt x="198805" y="4261207"/>
                        <a:pt x="19880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30" name="Freeform: Shape 29">
                  <a:extLst>
                    <a:ext uri="{FF2B5EF4-FFF2-40B4-BE49-F238E27FC236}">
                      <a16:creationId xmlns:a16="http://schemas.microsoft.com/office/drawing/2014/main" id="{E117A468-C0B3-46FD-8EC1-6AE134264BA0}"/>
                    </a:ext>
                  </a:extLst>
                </p:cNvPr>
                <p:cNvSpPr/>
                <p:nvPr/>
              </p:nvSpPr>
              <p:spPr>
                <a:xfrm>
                  <a:off x="6598401" y="2927282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258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2581"/>
                      </a:moveTo>
                      <a:cubicBezTo>
                        <a:pt x="0" y="4261207"/>
                        <a:pt x="0" y="2131374"/>
                        <a:pt x="0" y="0"/>
                      </a:cubicBezTo>
                      <a:cubicBezTo>
                        <a:pt x="34675" y="0"/>
                        <a:pt x="67809" y="0"/>
                        <a:pt x="103255" y="0"/>
                      </a:cubicBezTo>
                      <a:cubicBezTo>
                        <a:pt x="103255" y="2130603"/>
                        <a:pt x="103255" y="4260437"/>
                        <a:pt x="10325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31" name="Freeform: Shape 30">
                  <a:extLst>
                    <a:ext uri="{FF2B5EF4-FFF2-40B4-BE49-F238E27FC236}">
                      <a16:creationId xmlns:a16="http://schemas.microsoft.com/office/drawing/2014/main" id="{939B7FCC-CDDF-4A11-A2F1-C8F70FF2EEB4}"/>
                    </a:ext>
                  </a:extLst>
                </p:cNvPr>
                <p:cNvSpPr/>
                <p:nvPr/>
              </p:nvSpPr>
              <p:spPr>
                <a:xfrm>
                  <a:off x="6680669" y="2927282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258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2581"/>
                      </a:moveTo>
                      <a:cubicBezTo>
                        <a:pt x="0" y="4261978"/>
                        <a:pt x="0" y="2132145"/>
                        <a:pt x="0" y="0"/>
                      </a:cubicBezTo>
                      <a:cubicBezTo>
                        <a:pt x="33905" y="0"/>
                        <a:pt x="67810" y="0"/>
                        <a:pt x="103255" y="0"/>
                      </a:cubicBezTo>
                      <a:cubicBezTo>
                        <a:pt x="103255" y="2131374"/>
                        <a:pt x="103255" y="4260436"/>
                        <a:pt x="10325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32" name="Freeform: Shape 31">
                  <a:extLst>
                    <a:ext uri="{FF2B5EF4-FFF2-40B4-BE49-F238E27FC236}">
                      <a16:creationId xmlns:a16="http://schemas.microsoft.com/office/drawing/2014/main" id="{79A45683-A3FC-4243-9523-B723BBD003A1}"/>
                    </a:ext>
                  </a:extLst>
                </p:cNvPr>
                <p:cNvSpPr/>
                <p:nvPr/>
              </p:nvSpPr>
              <p:spPr>
                <a:xfrm>
                  <a:off x="6516134" y="2927282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181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181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1811"/>
                      </a:moveTo>
                      <a:cubicBezTo>
                        <a:pt x="0" y="4261978"/>
                        <a:pt x="0" y="2132145"/>
                        <a:pt x="0" y="0"/>
                      </a:cubicBezTo>
                      <a:cubicBezTo>
                        <a:pt x="33134" y="0"/>
                        <a:pt x="67039" y="0"/>
                        <a:pt x="103255" y="0"/>
                      </a:cubicBezTo>
                      <a:cubicBezTo>
                        <a:pt x="103255" y="2130603"/>
                        <a:pt x="103255" y="4260436"/>
                        <a:pt x="103255" y="639181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33" name="Freeform: Shape 32">
                  <a:extLst>
                    <a:ext uri="{FF2B5EF4-FFF2-40B4-BE49-F238E27FC236}">
                      <a16:creationId xmlns:a16="http://schemas.microsoft.com/office/drawing/2014/main" id="{B40B3F0D-8DF8-4702-99BD-23B1475CD452}"/>
                    </a:ext>
                  </a:extLst>
                </p:cNvPr>
                <p:cNvSpPr/>
                <p:nvPr/>
              </p:nvSpPr>
              <p:spPr>
                <a:xfrm>
                  <a:off x="6399205" y="2927282"/>
                  <a:ext cx="72212" cy="2394576"/>
                </a:xfrm>
                <a:custGeom>
                  <a:avLst/>
                  <a:gdLst>
                    <a:gd name="connsiteX0" fmla="*/ 0 w 192640"/>
                    <a:gd name="connsiteY0" fmla="*/ 6392581 h 6387957"/>
                    <a:gd name="connsiteX1" fmla="*/ 0 w 192640"/>
                    <a:gd name="connsiteY1" fmla="*/ 0 h 6387957"/>
                    <a:gd name="connsiteX2" fmla="*/ 198805 w 192640"/>
                    <a:gd name="connsiteY2" fmla="*/ 0 h 6387957"/>
                    <a:gd name="connsiteX3" fmla="*/ 198805 w 192640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2640" h="6387957">
                      <a:moveTo>
                        <a:pt x="0" y="6392581"/>
                      </a:moveTo>
                      <a:cubicBezTo>
                        <a:pt x="0" y="4261207"/>
                        <a:pt x="0" y="2132145"/>
                        <a:pt x="0" y="0"/>
                      </a:cubicBezTo>
                      <a:cubicBezTo>
                        <a:pt x="66268" y="0"/>
                        <a:pt x="131766" y="0"/>
                        <a:pt x="198805" y="0"/>
                      </a:cubicBezTo>
                      <a:cubicBezTo>
                        <a:pt x="198805" y="2131374"/>
                        <a:pt x="198805" y="4261207"/>
                        <a:pt x="19880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34" name="Freeform: Shape 33">
                  <a:extLst>
                    <a:ext uri="{FF2B5EF4-FFF2-40B4-BE49-F238E27FC236}">
                      <a16:creationId xmlns:a16="http://schemas.microsoft.com/office/drawing/2014/main" id="{0B972A39-D5F1-4DBE-B2F6-AA9010526F16}"/>
                    </a:ext>
                  </a:extLst>
                </p:cNvPr>
                <p:cNvSpPr/>
                <p:nvPr/>
              </p:nvSpPr>
              <p:spPr>
                <a:xfrm>
                  <a:off x="5237391" y="2926127"/>
                  <a:ext cx="144425" cy="2394576"/>
                </a:xfrm>
                <a:custGeom>
                  <a:avLst/>
                  <a:gdLst>
                    <a:gd name="connsiteX0" fmla="*/ 0 w 385280"/>
                    <a:gd name="connsiteY0" fmla="*/ 6393351 h 6387957"/>
                    <a:gd name="connsiteX1" fmla="*/ 0 w 385280"/>
                    <a:gd name="connsiteY1" fmla="*/ 0 h 6387957"/>
                    <a:gd name="connsiteX2" fmla="*/ 387593 w 385280"/>
                    <a:gd name="connsiteY2" fmla="*/ 0 h 6387957"/>
                    <a:gd name="connsiteX3" fmla="*/ 387593 w 385280"/>
                    <a:gd name="connsiteY3" fmla="*/ 639335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85280" h="6387957">
                      <a:moveTo>
                        <a:pt x="0" y="6393351"/>
                      </a:moveTo>
                      <a:cubicBezTo>
                        <a:pt x="0" y="4262748"/>
                        <a:pt x="0" y="2132145"/>
                        <a:pt x="0" y="0"/>
                      </a:cubicBezTo>
                      <a:cubicBezTo>
                        <a:pt x="128684" y="0"/>
                        <a:pt x="256597" y="0"/>
                        <a:pt x="387593" y="0"/>
                      </a:cubicBezTo>
                      <a:cubicBezTo>
                        <a:pt x="387593" y="2130603"/>
                        <a:pt x="387593" y="4261207"/>
                        <a:pt x="387593" y="639335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35" name="Freeform: Shape 34">
                  <a:extLst>
                    <a:ext uri="{FF2B5EF4-FFF2-40B4-BE49-F238E27FC236}">
                      <a16:creationId xmlns:a16="http://schemas.microsoft.com/office/drawing/2014/main" id="{C6F21A28-C5C3-423E-816C-EFF154B420AF}"/>
                    </a:ext>
                  </a:extLst>
                </p:cNvPr>
                <p:cNvSpPr/>
                <p:nvPr/>
              </p:nvSpPr>
              <p:spPr>
                <a:xfrm>
                  <a:off x="5123269" y="2926994"/>
                  <a:ext cx="72212" cy="2394576"/>
                </a:xfrm>
                <a:custGeom>
                  <a:avLst/>
                  <a:gdLst>
                    <a:gd name="connsiteX0" fmla="*/ 0 w 192640"/>
                    <a:gd name="connsiteY0" fmla="*/ 6392581 h 6387957"/>
                    <a:gd name="connsiteX1" fmla="*/ 0 w 192640"/>
                    <a:gd name="connsiteY1" fmla="*/ 0 h 6387957"/>
                    <a:gd name="connsiteX2" fmla="*/ 198805 w 192640"/>
                    <a:gd name="connsiteY2" fmla="*/ 0 h 6387957"/>
                    <a:gd name="connsiteX3" fmla="*/ 198805 w 192640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2640" h="6387957">
                      <a:moveTo>
                        <a:pt x="0" y="6392581"/>
                      </a:moveTo>
                      <a:cubicBezTo>
                        <a:pt x="0" y="4261207"/>
                        <a:pt x="0" y="2132145"/>
                        <a:pt x="0" y="0"/>
                      </a:cubicBezTo>
                      <a:cubicBezTo>
                        <a:pt x="67039" y="0"/>
                        <a:pt x="131766" y="0"/>
                        <a:pt x="198805" y="0"/>
                      </a:cubicBezTo>
                      <a:cubicBezTo>
                        <a:pt x="198805" y="2130603"/>
                        <a:pt x="198805" y="4259666"/>
                        <a:pt x="19880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36" name="Freeform: Shape 35">
                  <a:extLst>
                    <a:ext uri="{FF2B5EF4-FFF2-40B4-BE49-F238E27FC236}">
                      <a16:creationId xmlns:a16="http://schemas.microsoft.com/office/drawing/2014/main" id="{CD2D5180-3504-4AF5-A04B-07F487071B22}"/>
                    </a:ext>
                  </a:extLst>
                </p:cNvPr>
                <p:cNvSpPr/>
                <p:nvPr/>
              </p:nvSpPr>
              <p:spPr>
                <a:xfrm>
                  <a:off x="5611343" y="2927282"/>
                  <a:ext cx="72212" cy="2394576"/>
                </a:xfrm>
                <a:custGeom>
                  <a:avLst/>
                  <a:gdLst>
                    <a:gd name="connsiteX0" fmla="*/ 0 w 192640"/>
                    <a:gd name="connsiteY0" fmla="*/ 6392581 h 6387957"/>
                    <a:gd name="connsiteX1" fmla="*/ 0 w 192640"/>
                    <a:gd name="connsiteY1" fmla="*/ 0 h 6387957"/>
                    <a:gd name="connsiteX2" fmla="*/ 198805 w 192640"/>
                    <a:gd name="connsiteY2" fmla="*/ 0 h 6387957"/>
                    <a:gd name="connsiteX3" fmla="*/ 198805 w 192640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2640" h="6387957">
                      <a:moveTo>
                        <a:pt x="0" y="6392581"/>
                      </a:moveTo>
                      <a:cubicBezTo>
                        <a:pt x="0" y="4261207"/>
                        <a:pt x="0" y="2132145"/>
                        <a:pt x="0" y="0"/>
                      </a:cubicBezTo>
                      <a:cubicBezTo>
                        <a:pt x="66268" y="0"/>
                        <a:pt x="131766" y="0"/>
                        <a:pt x="198805" y="0"/>
                      </a:cubicBezTo>
                      <a:cubicBezTo>
                        <a:pt x="198805" y="2131374"/>
                        <a:pt x="198805" y="4261207"/>
                        <a:pt x="19880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37" name="Freeform: Shape 36">
                  <a:extLst>
                    <a:ext uri="{FF2B5EF4-FFF2-40B4-BE49-F238E27FC236}">
                      <a16:creationId xmlns:a16="http://schemas.microsoft.com/office/drawing/2014/main" id="{6078D920-7771-4459-9280-C4992F522CBA}"/>
                    </a:ext>
                  </a:extLst>
                </p:cNvPr>
                <p:cNvSpPr/>
                <p:nvPr/>
              </p:nvSpPr>
              <p:spPr>
                <a:xfrm>
                  <a:off x="5407259" y="2926994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258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2581"/>
                      </a:moveTo>
                      <a:cubicBezTo>
                        <a:pt x="0" y="4261978"/>
                        <a:pt x="0" y="2132145"/>
                        <a:pt x="0" y="0"/>
                      </a:cubicBezTo>
                      <a:cubicBezTo>
                        <a:pt x="34675" y="0"/>
                        <a:pt x="67810" y="0"/>
                        <a:pt x="103255" y="0"/>
                      </a:cubicBezTo>
                      <a:cubicBezTo>
                        <a:pt x="103255" y="2130603"/>
                        <a:pt x="103255" y="4259666"/>
                        <a:pt x="10325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38" name="Freeform: Shape 37">
                  <a:extLst>
                    <a:ext uri="{FF2B5EF4-FFF2-40B4-BE49-F238E27FC236}">
                      <a16:creationId xmlns:a16="http://schemas.microsoft.com/office/drawing/2014/main" id="{C3F5AF82-D5F9-4252-B824-36671DB16639}"/>
                    </a:ext>
                  </a:extLst>
                </p:cNvPr>
                <p:cNvSpPr/>
                <p:nvPr/>
              </p:nvSpPr>
              <p:spPr>
                <a:xfrm>
                  <a:off x="5470252" y="2926994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258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2581"/>
                      </a:moveTo>
                      <a:cubicBezTo>
                        <a:pt x="0" y="4261978"/>
                        <a:pt x="0" y="2132145"/>
                        <a:pt x="0" y="0"/>
                      </a:cubicBezTo>
                      <a:cubicBezTo>
                        <a:pt x="34675" y="0"/>
                        <a:pt x="67809" y="0"/>
                        <a:pt x="103255" y="0"/>
                      </a:cubicBezTo>
                      <a:cubicBezTo>
                        <a:pt x="103255" y="2130603"/>
                        <a:pt x="103255" y="4259666"/>
                        <a:pt x="10325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39" name="Freeform: Shape 38">
                  <a:extLst>
                    <a:ext uri="{FF2B5EF4-FFF2-40B4-BE49-F238E27FC236}">
                      <a16:creationId xmlns:a16="http://schemas.microsoft.com/office/drawing/2014/main" id="{608790BC-CF74-4127-A790-27CC4E8D7766}"/>
                    </a:ext>
                  </a:extLst>
                </p:cNvPr>
                <p:cNvSpPr/>
                <p:nvPr/>
              </p:nvSpPr>
              <p:spPr>
                <a:xfrm>
                  <a:off x="5533244" y="2926127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258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2581"/>
                      </a:moveTo>
                      <a:cubicBezTo>
                        <a:pt x="0" y="4261978"/>
                        <a:pt x="0" y="2132145"/>
                        <a:pt x="0" y="0"/>
                      </a:cubicBezTo>
                      <a:cubicBezTo>
                        <a:pt x="34675" y="0"/>
                        <a:pt x="67809" y="0"/>
                        <a:pt x="103255" y="0"/>
                      </a:cubicBezTo>
                      <a:cubicBezTo>
                        <a:pt x="103255" y="2130603"/>
                        <a:pt x="103255" y="4259666"/>
                        <a:pt x="10325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</p:grpSp>
        </p:grp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79445F8C-1794-4081-97F9-DDCDE8889481}"/>
                </a:ext>
              </a:extLst>
            </p:cNvPr>
            <p:cNvGrpSpPr/>
            <p:nvPr/>
          </p:nvGrpSpPr>
          <p:grpSpPr>
            <a:xfrm>
              <a:off x="166248" y="6490548"/>
              <a:ext cx="4247655" cy="273466"/>
              <a:chOff x="4366684" y="2926127"/>
              <a:chExt cx="3278335" cy="2571063"/>
            </a:xfrm>
          </p:grpSpPr>
          <p:sp>
            <p:nvSpPr>
              <p:cNvPr id="41" name="Freeform: Shape 4">
                <a:extLst>
                  <a:ext uri="{FF2B5EF4-FFF2-40B4-BE49-F238E27FC236}">
                    <a16:creationId xmlns:a16="http://schemas.microsoft.com/office/drawing/2014/main" id="{74D575C7-16A7-4D8B-BCCC-3A2CC2EAF554}"/>
                  </a:ext>
                </a:extLst>
              </p:cNvPr>
              <p:cNvSpPr/>
              <p:nvPr/>
            </p:nvSpPr>
            <p:spPr>
              <a:xfrm>
                <a:off x="4744501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3351 h 6387957"/>
                  <a:gd name="connsiteX1" fmla="*/ 0 w 192640"/>
                  <a:gd name="connsiteY1" fmla="*/ 0 h 6387957"/>
                  <a:gd name="connsiteX2" fmla="*/ 198034 w 192640"/>
                  <a:gd name="connsiteY2" fmla="*/ 0 h 6387957"/>
                  <a:gd name="connsiteX3" fmla="*/ 198034 w 19264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solidFill>
                <a:schemeClr val="accent5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42" name="Freeform: Shape 5">
                <a:extLst>
                  <a:ext uri="{FF2B5EF4-FFF2-40B4-BE49-F238E27FC236}">
                    <a16:creationId xmlns:a16="http://schemas.microsoft.com/office/drawing/2014/main" id="{F6284352-7A7E-48DA-8B26-7B51CCB5A721}"/>
                  </a:ext>
                </a:extLst>
              </p:cNvPr>
              <p:cNvSpPr/>
              <p:nvPr/>
            </p:nvSpPr>
            <p:spPr>
              <a:xfrm>
                <a:off x="467662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chemeClr val="accent5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43" name="Freeform: Shape 6">
                <a:extLst>
                  <a:ext uri="{FF2B5EF4-FFF2-40B4-BE49-F238E27FC236}">
                    <a16:creationId xmlns:a16="http://schemas.microsoft.com/office/drawing/2014/main" id="{8AB1A5A0-486E-4510-BCA8-845A3DA94D58}"/>
                  </a:ext>
                </a:extLst>
              </p:cNvPr>
              <p:cNvSpPr/>
              <p:nvPr/>
            </p:nvSpPr>
            <p:spPr>
              <a:xfrm>
                <a:off x="5706626" y="2927282"/>
                <a:ext cx="109764" cy="2394576"/>
              </a:xfrm>
              <a:custGeom>
                <a:avLst/>
                <a:gdLst>
                  <a:gd name="connsiteX0" fmla="*/ 0 w 292813"/>
                  <a:gd name="connsiteY0" fmla="*/ 639258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97091" y="0"/>
                      <a:pt x="194952" y="0"/>
                      <a:pt x="295125" y="0"/>
                    </a:cubicBezTo>
                    <a:cubicBezTo>
                      <a:pt x="295125" y="2130603"/>
                      <a:pt x="295125" y="4259666"/>
                      <a:pt x="295125" y="6392581"/>
                    </a:cubicBezTo>
                  </a:path>
                </a:pathLst>
              </a:custGeom>
              <a:solidFill>
                <a:schemeClr val="accent2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44" name="Freeform: Shape 7">
                <a:extLst>
                  <a:ext uri="{FF2B5EF4-FFF2-40B4-BE49-F238E27FC236}">
                    <a16:creationId xmlns:a16="http://schemas.microsoft.com/office/drawing/2014/main" id="{D81590AB-AD28-44BD-8461-22FE3E26E6E0}"/>
                  </a:ext>
                </a:extLst>
              </p:cNvPr>
              <p:cNvSpPr/>
              <p:nvPr/>
            </p:nvSpPr>
            <p:spPr>
              <a:xfrm>
                <a:off x="5022376" y="2926994"/>
                <a:ext cx="75101" cy="2394576"/>
              </a:xfrm>
              <a:custGeom>
                <a:avLst/>
                <a:gdLst>
                  <a:gd name="connsiteX0" fmla="*/ 0 w 200346"/>
                  <a:gd name="connsiteY0" fmla="*/ 6392581 h 6387957"/>
                  <a:gd name="connsiteX1" fmla="*/ 0 w 200346"/>
                  <a:gd name="connsiteY1" fmla="*/ 0 h 6387957"/>
                  <a:gd name="connsiteX2" fmla="*/ 201117 w 200346"/>
                  <a:gd name="connsiteY2" fmla="*/ 0 h 6387957"/>
                  <a:gd name="connsiteX3" fmla="*/ 201117 w 200346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0346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3307" y="0"/>
                      <a:pt x="201117" y="0"/>
                    </a:cubicBezTo>
                    <a:cubicBezTo>
                      <a:pt x="201117" y="2131374"/>
                      <a:pt x="201117" y="4260437"/>
                      <a:pt x="201117" y="6392581"/>
                    </a:cubicBezTo>
                  </a:path>
                </a:pathLst>
              </a:custGeom>
              <a:solidFill>
                <a:schemeClr val="accent4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45" name="Freeform: Shape 8">
                <a:extLst>
                  <a:ext uri="{FF2B5EF4-FFF2-40B4-BE49-F238E27FC236}">
                    <a16:creationId xmlns:a16="http://schemas.microsoft.com/office/drawing/2014/main" id="{C3640730-A67E-4C43-A7C2-B4C32BF965C4}"/>
                  </a:ext>
                </a:extLst>
              </p:cNvPr>
              <p:cNvSpPr/>
              <p:nvPr/>
            </p:nvSpPr>
            <p:spPr>
              <a:xfrm>
                <a:off x="4877829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60437"/>
                      <a:pt x="198805" y="6392581"/>
                    </a:cubicBezTo>
                  </a:path>
                </a:pathLst>
              </a:custGeom>
              <a:solidFill>
                <a:schemeClr val="accent4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46" name="Freeform: Shape 9">
                <a:extLst>
                  <a:ext uri="{FF2B5EF4-FFF2-40B4-BE49-F238E27FC236}">
                    <a16:creationId xmlns:a16="http://schemas.microsoft.com/office/drawing/2014/main" id="{8F91D3B5-0631-4E10-8E8F-A90BDB6CEF8C}"/>
                  </a:ext>
                </a:extLst>
              </p:cNvPr>
              <p:cNvSpPr/>
              <p:nvPr/>
            </p:nvSpPr>
            <p:spPr>
              <a:xfrm>
                <a:off x="4559765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3351 h 6387957"/>
                  <a:gd name="connsiteX1" fmla="*/ 0 w 192640"/>
                  <a:gd name="connsiteY1" fmla="*/ 0 h 6387957"/>
                  <a:gd name="connsiteX2" fmla="*/ 198034 w 192640"/>
                  <a:gd name="connsiteY2" fmla="*/ 0 h 6387957"/>
                  <a:gd name="connsiteX3" fmla="*/ 198034 w 19264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solidFill>
                <a:schemeClr val="accent6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47" name="Freeform: Shape 10">
                <a:extLst>
                  <a:ext uri="{FF2B5EF4-FFF2-40B4-BE49-F238E27FC236}">
                    <a16:creationId xmlns:a16="http://schemas.microsoft.com/office/drawing/2014/main" id="{9833ED5E-247A-4AFE-956E-D90EE783EDB3}"/>
                  </a:ext>
                </a:extLst>
              </p:cNvPr>
              <p:cNvSpPr/>
              <p:nvPr/>
            </p:nvSpPr>
            <p:spPr>
              <a:xfrm>
                <a:off x="4433987" y="2926705"/>
                <a:ext cx="37550" cy="2567886"/>
              </a:xfrm>
              <a:custGeom>
                <a:avLst/>
                <a:gdLst>
                  <a:gd name="connsiteX0" fmla="*/ 0 w 100173"/>
                  <a:gd name="connsiteY0" fmla="*/ 685491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4716"/>
                      <a:pt x="103255" y="4567891"/>
                      <a:pt x="103255" y="6854918"/>
                    </a:cubicBezTo>
                  </a:path>
                </a:pathLst>
              </a:custGeom>
              <a:solidFill>
                <a:schemeClr val="accent6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48" name="Freeform: Shape 11">
                <a:extLst>
                  <a:ext uri="{FF2B5EF4-FFF2-40B4-BE49-F238E27FC236}">
                    <a16:creationId xmlns:a16="http://schemas.microsoft.com/office/drawing/2014/main" id="{E5EC525C-3908-4545-B9F0-C982F2420877}"/>
                  </a:ext>
                </a:extLst>
              </p:cNvPr>
              <p:cNvSpPr/>
              <p:nvPr/>
            </p:nvSpPr>
            <p:spPr>
              <a:xfrm>
                <a:off x="4366684" y="2927282"/>
                <a:ext cx="37550" cy="2567886"/>
              </a:xfrm>
              <a:custGeom>
                <a:avLst/>
                <a:gdLst>
                  <a:gd name="connsiteX0" fmla="*/ 0 w 100173"/>
                  <a:gd name="connsiteY0" fmla="*/ 685414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148"/>
                    </a:moveTo>
                    <a:cubicBezTo>
                      <a:pt x="0" y="4569432"/>
                      <a:pt x="0" y="2286257"/>
                      <a:pt x="0" y="0"/>
                    </a:cubicBezTo>
                    <a:cubicBezTo>
                      <a:pt x="33905" y="0"/>
                      <a:pt x="67809" y="0"/>
                      <a:pt x="103255" y="0"/>
                    </a:cubicBezTo>
                    <a:cubicBezTo>
                      <a:pt x="103255" y="2285486"/>
                      <a:pt x="103255" y="4568661"/>
                      <a:pt x="103255" y="6854918"/>
                    </a:cubicBezTo>
                  </a:path>
                </a:pathLst>
              </a:custGeom>
              <a:solidFill>
                <a:schemeClr val="accent6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49" name="Freeform: Shape 12">
                <a:extLst>
                  <a:ext uri="{FF2B5EF4-FFF2-40B4-BE49-F238E27FC236}">
                    <a16:creationId xmlns:a16="http://schemas.microsoft.com/office/drawing/2014/main" id="{09C432BF-83BF-44C7-8A68-9B35111165C4}"/>
                  </a:ext>
                </a:extLst>
              </p:cNvPr>
              <p:cNvSpPr/>
              <p:nvPr/>
            </p:nvSpPr>
            <p:spPr>
              <a:xfrm>
                <a:off x="5957386" y="2926705"/>
                <a:ext cx="37550" cy="2567886"/>
              </a:xfrm>
              <a:custGeom>
                <a:avLst/>
                <a:gdLst>
                  <a:gd name="connsiteX0" fmla="*/ 0 w 100173"/>
                  <a:gd name="connsiteY0" fmla="*/ 685491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3945"/>
                      <a:pt x="103255" y="4567891"/>
                      <a:pt x="103255" y="6854918"/>
                    </a:cubicBezTo>
                  </a:path>
                </a:pathLst>
              </a:custGeom>
              <a:solidFill>
                <a:schemeClr val="accent6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50" name="Freeform: Shape 13">
                <a:extLst>
                  <a:ext uri="{FF2B5EF4-FFF2-40B4-BE49-F238E27FC236}">
                    <a16:creationId xmlns:a16="http://schemas.microsoft.com/office/drawing/2014/main" id="{4D5F14F6-BD9C-4471-B822-35693E0ECCEE}"/>
                  </a:ext>
                </a:extLst>
              </p:cNvPr>
              <p:cNvSpPr/>
              <p:nvPr/>
            </p:nvSpPr>
            <p:spPr>
              <a:xfrm>
                <a:off x="6024689" y="2926127"/>
                <a:ext cx="37550" cy="2567886"/>
              </a:xfrm>
              <a:custGeom>
                <a:avLst/>
                <a:gdLst>
                  <a:gd name="connsiteX0" fmla="*/ 0 w 100173"/>
                  <a:gd name="connsiteY0" fmla="*/ 6857230 h 6850294"/>
                  <a:gd name="connsiteX1" fmla="*/ 0 w 100173"/>
                  <a:gd name="connsiteY1" fmla="*/ 0 h 6850294"/>
                  <a:gd name="connsiteX2" fmla="*/ 52398 w 100173"/>
                  <a:gd name="connsiteY2" fmla="*/ 0 h 6850294"/>
                  <a:gd name="connsiteX3" fmla="*/ 103255 w 100173"/>
                  <a:gd name="connsiteY3" fmla="*/ 0 h 6850294"/>
                  <a:gd name="connsiteX4" fmla="*/ 103255 w 100173"/>
                  <a:gd name="connsiteY4" fmla="*/ 6857230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173" h="6850294">
                    <a:moveTo>
                      <a:pt x="0" y="6857230"/>
                    </a:moveTo>
                    <a:cubicBezTo>
                      <a:pt x="0" y="4572514"/>
                      <a:pt x="0" y="2288569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287798"/>
                      <a:pt x="103255" y="4571743"/>
                      <a:pt x="103255" y="6857230"/>
                    </a:cubicBezTo>
                  </a:path>
                </a:pathLst>
              </a:custGeom>
              <a:solidFill>
                <a:schemeClr val="accent6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51" name="Freeform: Shape 14">
                <a:extLst>
                  <a:ext uri="{FF2B5EF4-FFF2-40B4-BE49-F238E27FC236}">
                    <a16:creationId xmlns:a16="http://schemas.microsoft.com/office/drawing/2014/main" id="{35B6ED53-E8E4-4DE2-BE76-D07542427D91}"/>
                  </a:ext>
                </a:extLst>
              </p:cNvPr>
              <p:cNvSpPr/>
              <p:nvPr/>
            </p:nvSpPr>
            <p:spPr>
              <a:xfrm>
                <a:off x="5890084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1714 w 100173"/>
                  <a:gd name="connsiteY2" fmla="*/ 0 h 6387957"/>
                  <a:gd name="connsiteX3" fmla="*/ 101714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33904" y="0"/>
                      <a:pt x="67039" y="0"/>
                      <a:pt x="101714" y="0"/>
                    </a:cubicBezTo>
                    <a:cubicBezTo>
                      <a:pt x="101714" y="2130603"/>
                      <a:pt x="101714" y="4260437"/>
                      <a:pt x="101714" y="6392581"/>
                    </a:cubicBezTo>
                  </a:path>
                </a:pathLst>
              </a:custGeom>
              <a:solidFill>
                <a:schemeClr val="accent6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52" name="Freeform: Shape 15">
                <a:extLst>
                  <a:ext uri="{FF2B5EF4-FFF2-40B4-BE49-F238E27FC236}">
                    <a16:creationId xmlns:a16="http://schemas.microsoft.com/office/drawing/2014/main" id="{A8A97A24-DC2C-49EC-B707-A0A7A527B0A9}"/>
                  </a:ext>
                </a:extLst>
              </p:cNvPr>
              <p:cNvSpPr/>
              <p:nvPr/>
            </p:nvSpPr>
            <p:spPr>
              <a:xfrm>
                <a:off x="609199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335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3351"/>
                    </a:moveTo>
                    <a:cubicBezTo>
                      <a:pt x="0" y="4261978"/>
                      <a:pt x="0" y="213291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1374"/>
                      <a:pt x="103255" y="4261207"/>
                      <a:pt x="103255" y="6393351"/>
                    </a:cubicBezTo>
                  </a:path>
                </a:pathLst>
              </a:custGeom>
              <a:solidFill>
                <a:schemeClr val="accent6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53" name="Freeform: Shape 16">
                <a:extLst>
                  <a:ext uri="{FF2B5EF4-FFF2-40B4-BE49-F238E27FC236}">
                    <a16:creationId xmlns:a16="http://schemas.microsoft.com/office/drawing/2014/main" id="{4ED0FC69-47AA-4FC9-8D08-3147EA5A1734}"/>
                  </a:ext>
                </a:extLst>
              </p:cNvPr>
              <p:cNvSpPr/>
              <p:nvPr/>
            </p:nvSpPr>
            <p:spPr>
              <a:xfrm>
                <a:off x="7139759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chemeClr val="accent2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54" name="Freeform: Shape 17">
                <a:extLst>
                  <a:ext uri="{FF2B5EF4-FFF2-40B4-BE49-F238E27FC236}">
                    <a16:creationId xmlns:a16="http://schemas.microsoft.com/office/drawing/2014/main" id="{2757EAE5-8C6A-452C-9A4B-7A71BBF68BB8}"/>
                  </a:ext>
                </a:extLst>
              </p:cNvPr>
              <p:cNvSpPr/>
              <p:nvPr/>
            </p:nvSpPr>
            <p:spPr>
              <a:xfrm>
                <a:off x="7280788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chemeClr val="accent2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55" name="Freeform: Shape 18">
                <a:extLst>
                  <a:ext uri="{FF2B5EF4-FFF2-40B4-BE49-F238E27FC236}">
                    <a16:creationId xmlns:a16="http://schemas.microsoft.com/office/drawing/2014/main" id="{9A398514-6CBA-493F-8416-AE84CB3E34D9}"/>
                  </a:ext>
                </a:extLst>
              </p:cNvPr>
              <p:cNvSpPr/>
              <p:nvPr/>
            </p:nvSpPr>
            <p:spPr>
              <a:xfrm>
                <a:off x="7349773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99402" y="0"/>
                      <a:pt x="195722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chemeClr val="accent1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56" name="Freeform: Shape 19">
                <a:extLst>
                  <a:ext uri="{FF2B5EF4-FFF2-40B4-BE49-F238E27FC236}">
                    <a16:creationId xmlns:a16="http://schemas.microsoft.com/office/drawing/2014/main" id="{248BDF24-2CD8-4F98-A671-38A09AFC3B84}"/>
                  </a:ext>
                </a:extLst>
              </p:cNvPr>
              <p:cNvSpPr/>
              <p:nvPr/>
            </p:nvSpPr>
            <p:spPr>
              <a:xfrm>
                <a:off x="7548511" y="2927282"/>
                <a:ext cx="41911" cy="2569908"/>
              </a:xfrm>
              <a:custGeom>
                <a:avLst/>
                <a:gdLst>
                  <a:gd name="connsiteX0" fmla="*/ 0 w 115584"/>
                  <a:gd name="connsiteY0" fmla="*/ 6753975 h 6850294"/>
                  <a:gd name="connsiteX1" fmla="*/ 13099 w 115584"/>
                  <a:gd name="connsiteY1" fmla="*/ 0 h 6850294"/>
                  <a:gd name="connsiteX2" fmla="*/ 118666 w 115584"/>
                  <a:gd name="connsiteY2" fmla="*/ 0 h 6850294"/>
                  <a:gd name="connsiteX3" fmla="*/ 118666 w 115584"/>
                  <a:gd name="connsiteY3" fmla="*/ 6855688 h 6850294"/>
                  <a:gd name="connsiteX0" fmla="*/ 0 w 111805"/>
                  <a:gd name="connsiteY0" fmla="*/ 6836322 h 6855688"/>
                  <a:gd name="connsiteX1" fmla="*/ 6237 w 111805"/>
                  <a:gd name="connsiteY1" fmla="*/ 0 h 6855688"/>
                  <a:gd name="connsiteX2" fmla="*/ 111804 w 111805"/>
                  <a:gd name="connsiteY2" fmla="*/ 0 h 6855688"/>
                  <a:gd name="connsiteX3" fmla="*/ 111804 w 111805"/>
                  <a:gd name="connsiteY3" fmla="*/ 6855688 h 6855688"/>
                  <a:gd name="connsiteX0" fmla="*/ 0 w 111804"/>
                  <a:gd name="connsiteY0" fmla="*/ 6853478 h 6855688"/>
                  <a:gd name="connsiteX1" fmla="*/ 6237 w 111804"/>
                  <a:gd name="connsiteY1" fmla="*/ 0 h 6855688"/>
                  <a:gd name="connsiteX2" fmla="*/ 111804 w 111804"/>
                  <a:gd name="connsiteY2" fmla="*/ 0 h 6855688"/>
                  <a:gd name="connsiteX3" fmla="*/ 111804 w 111804"/>
                  <a:gd name="connsiteY3" fmla="*/ 6855688 h 68556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1804" h="6855688">
                    <a:moveTo>
                      <a:pt x="0" y="6853478"/>
                    </a:moveTo>
                    <a:cubicBezTo>
                      <a:pt x="14640" y="4603437"/>
                      <a:pt x="3155" y="2253123"/>
                      <a:pt x="6237" y="0"/>
                    </a:cubicBezTo>
                    <a:lnTo>
                      <a:pt x="111804" y="0"/>
                    </a:lnTo>
                    <a:lnTo>
                      <a:pt x="111804" y="6855688"/>
                    </a:lnTo>
                  </a:path>
                </a:pathLst>
              </a:custGeom>
              <a:solidFill>
                <a:schemeClr val="accent1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57" name="Freeform: Shape 20">
                <a:extLst>
                  <a:ext uri="{FF2B5EF4-FFF2-40B4-BE49-F238E27FC236}">
                    <a16:creationId xmlns:a16="http://schemas.microsoft.com/office/drawing/2014/main" id="{7984C3E4-7628-40C8-85CA-E19FCBCEF3F1}"/>
                  </a:ext>
                </a:extLst>
              </p:cNvPr>
              <p:cNvSpPr/>
              <p:nvPr/>
            </p:nvSpPr>
            <p:spPr>
              <a:xfrm>
                <a:off x="7485249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chemeClr val="accent1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58" name="Freeform: Shape 21">
                <a:extLst>
                  <a:ext uri="{FF2B5EF4-FFF2-40B4-BE49-F238E27FC236}">
                    <a16:creationId xmlns:a16="http://schemas.microsoft.com/office/drawing/2014/main" id="{8C53762C-C9DB-488B-A6C3-D2EF997D4824}"/>
                  </a:ext>
                </a:extLst>
              </p:cNvPr>
              <p:cNvSpPr/>
              <p:nvPr/>
            </p:nvSpPr>
            <p:spPr>
              <a:xfrm>
                <a:off x="7616134" y="2926994"/>
                <a:ext cx="28885" cy="2567886"/>
              </a:xfrm>
              <a:custGeom>
                <a:avLst/>
                <a:gdLst>
                  <a:gd name="connsiteX0" fmla="*/ 0 w 77056"/>
                  <a:gd name="connsiteY0" fmla="*/ 6854918 h 6850294"/>
                  <a:gd name="connsiteX1" fmla="*/ 0 w 77056"/>
                  <a:gd name="connsiteY1" fmla="*/ 0 h 6850294"/>
                  <a:gd name="connsiteX2" fmla="*/ 78597 w 77056"/>
                  <a:gd name="connsiteY2" fmla="*/ 0 h 6850294"/>
                  <a:gd name="connsiteX3" fmla="*/ 78597 w 77056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056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25428" y="0"/>
                      <a:pt x="50087" y="0"/>
                      <a:pt x="78597" y="0"/>
                    </a:cubicBezTo>
                    <a:cubicBezTo>
                      <a:pt x="78597" y="2283175"/>
                      <a:pt x="78597" y="4566350"/>
                      <a:pt x="78597" y="6854918"/>
                    </a:cubicBezTo>
                  </a:path>
                </a:pathLst>
              </a:custGeom>
              <a:solidFill>
                <a:schemeClr val="accent1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59" name="Freeform: Shape 22">
                <a:extLst>
                  <a:ext uri="{FF2B5EF4-FFF2-40B4-BE49-F238E27FC236}">
                    <a16:creationId xmlns:a16="http://schemas.microsoft.com/office/drawing/2014/main" id="{1A8ED041-2586-48E4-ACBE-6C2ED338E966}"/>
                  </a:ext>
                </a:extLst>
              </p:cNvPr>
              <p:cNvSpPr/>
              <p:nvPr/>
            </p:nvSpPr>
            <p:spPr>
              <a:xfrm>
                <a:off x="6838507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chemeClr val="accent3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60" name="Freeform: Shape 23">
                <a:extLst>
                  <a:ext uri="{FF2B5EF4-FFF2-40B4-BE49-F238E27FC236}">
                    <a16:creationId xmlns:a16="http://schemas.microsoft.com/office/drawing/2014/main" id="{E2E2C08D-AFC1-4D38-B19D-ECAA791E7E03}"/>
                  </a:ext>
                </a:extLst>
              </p:cNvPr>
              <p:cNvSpPr/>
              <p:nvPr/>
            </p:nvSpPr>
            <p:spPr>
              <a:xfrm>
                <a:off x="698099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solidFill>
                <a:schemeClr val="accent3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61" name="Freeform: Shape 24">
                <a:extLst>
                  <a:ext uri="{FF2B5EF4-FFF2-40B4-BE49-F238E27FC236}">
                    <a16:creationId xmlns:a16="http://schemas.microsoft.com/office/drawing/2014/main" id="{53B015E2-EB41-454F-B249-A3924B2C56A7}"/>
                  </a:ext>
                </a:extLst>
              </p:cNvPr>
              <p:cNvSpPr/>
              <p:nvPr/>
            </p:nvSpPr>
            <p:spPr>
              <a:xfrm>
                <a:off x="706505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solidFill>
                <a:schemeClr val="accent3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62" name="Freeform: Shape 25">
                <a:extLst>
                  <a:ext uri="{FF2B5EF4-FFF2-40B4-BE49-F238E27FC236}">
                    <a16:creationId xmlns:a16="http://schemas.microsoft.com/office/drawing/2014/main" id="{018D5BE2-ED44-4289-8EFA-42F5721FBB85}"/>
                  </a:ext>
                </a:extLst>
              </p:cNvPr>
              <p:cNvSpPr/>
              <p:nvPr/>
            </p:nvSpPr>
            <p:spPr>
              <a:xfrm>
                <a:off x="6754449" y="2926127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solidFill>
                <a:schemeClr val="accent3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63" name="Freeform: Shape 26">
                <a:extLst>
                  <a:ext uri="{FF2B5EF4-FFF2-40B4-BE49-F238E27FC236}">
                    <a16:creationId xmlns:a16="http://schemas.microsoft.com/office/drawing/2014/main" id="{FEBA9FA3-A7E2-4C7A-A66C-36068833FD70}"/>
                  </a:ext>
                </a:extLst>
              </p:cNvPr>
              <p:cNvSpPr/>
              <p:nvPr/>
            </p:nvSpPr>
            <p:spPr>
              <a:xfrm>
                <a:off x="633491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335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3351"/>
                    </a:moveTo>
                    <a:cubicBezTo>
                      <a:pt x="0" y="4262748"/>
                      <a:pt x="0" y="213291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1374"/>
                      <a:pt x="103255" y="4260436"/>
                      <a:pt x="103255" y="6393351"/>
                    </a:cubicBezTo>
                  </a:path>
                </a:pathLst>
              </a:custGeom>
              <a:solidFill>
                <a:schemeClr val="accent5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64" name="Freeform: Shape 27">
                <a:extLst>
                  <a:ext uri="{FF2B5EF4-FFF2-40B4-BE49-F238E27FC236}">
                    <a16:creationId xmlns:a16="http://schemas.microsoft.com/office/drawing/2014/main" id="{DCE49181-A192-4FDD-8E4A-6CE1DB81A373}"/>
                  </a:ext>
                </a:extLst>
              </p:cNvPr>
              <p:cNvSpPr/>
              <p:nvPr/>
            </p:nvSpPr>
            <p:spPr>
              <a:xfrm>
                <a:off x="6159871" y="2926127"/>
                <a:ext cx="37550" cy="2397464"/>
              </a:xfrm>
              <a:custGeom>
                <a:avLst/>
                <a:gdLst>
                  <a:gd name="connsiteX0" fmla="*/ 0 w 100173"/>
                  <a:gd name="connsiteY0" fmla="*/ 6395663 h 6395662"/>
                  <a:gd name="connsiteX1" fmla="*/ 0 w 100173"/>
                  <a:gd name="connsiteY1" fmla="*/ 0 h 6395662"/>
                  <a:gd name="connsiteX2" fmla="*/ 52398 w 100173"/>
                  <a:gd name="connsiteY2" fmla="*/ 0 h 6395662"/>
                  <a:gd name="connsiteX3" fmla="*/ 103255 w 100173"/>
                  <a:gd name="connsiteY3" fmla="*/ 0 h 6395662"/>
                  <a:gd name="connsiteX4" fmla="*/ 103255 w 100173"/>
                  <a:gd name="connsiteY4" fmla="*/ 6395663 h 63956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173" h="6395662">
                    <a:moveTo>
                      <a:pt x="0" y="6395663"/>
                    </a:moveTo>
                    <a:cubicBezTo>
                      <a:pt x="0" y="4265060"/>
                      <a:pt x="0" y="2135227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132915"/>
                      <a:pt x="103255" y="4261977"/>
                      <a:pt x="103255" y="6395663"/>
                    </a:cubicBezTo>
                  </a:path>
                </a:pathLst>
              </a:custGeom>
              <a:solidFill>
                <a:schemeClr val="accent5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65" name="Freeform: Shape 28">
                <a:extLst>
                  <a:ext uri="{FF2B5EF4-FFF2-40B4-BE49-F238E27FC236}">
                    <a16:creationId xmlns:a16="http://schemas.microsoft.com/office/drawing/2014/main" id="{08B99DFA-675D-47CD-AAA5-48F4B7263F7F}"/>
                  </a:ext>
                </a:extLst>
              </p:cNvPr>
              <p:cNvSpPr/>
              <p:nvPr/>
            </p:nvSpPr>
            <p:spPr>
              <a:xfrm>
                <a:off x="6231712" y="2926127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chemeClr val="accent5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66" name="Freeform: Shape 29">
                <a:extLst>
                  <a:ext uri="{FF2B5EF4-FFF2-40B4-BE49-F238E27FC236}">
                    <a16:creationId xmlns:a16="http://schemas.microsoft.com/office/drawing/2014/main" id="{A3A52561-2F81-45D4-BB63-98DD6D95E5E9}"/>
                  </a:ext>
                </a:extLst>
              </p:cNvPr>
              <p:cNvSpPr/>
              <p:nvPr/>
            </p:nvSpPr>
            <p:spPr>
              <a:xfrm>
                <a:off x="6598401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chemeClr val="accent4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67" name="Freeform: Shape 30">
                <a:extLst>
                  <a:ext uri="{FF2B5EF4-FFF2-40B4-BE49-F238E27FC236}">
                    <a16:creationId xmlns:a16="http://schemas.microsoft.com/office/drawing/2014/main" id="{53780AFD-C7BF-438C-8ACF-ADB70736488F}"/>
                  </a:ext>
                </a:extLst>
              </p:cNvPr>
              <p:cNvSpPr/>
              <p:nvPr/>
            </p:nvSpPr>
            <p:spPr>
              <a:xfrm>
                <a:off x="6680669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solidFill>
                <a:schemeClr val="accent4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68" name="Freeform: Shape 31">
                <a:extLst>
                  <a:ext uri="{FF2B5EF4-FFF2-40B4-BE49-F238E27FC236}">
                    <a16:creationId xmlns:a16="http://schemas.microsoft.com/office/drawing/2014/main" id="{D1DA5EF5-6153-4FA1-B3B6-C7EA4D7C45C7}"/>
                  </a:ext>
                </a:extLst>
              </p:cNvPr>
              <p:cNvSpPr/>
              <p:nvPr/>
            </p:nvSpPr>
            <p:spPr>
              <a:xfrm>
                <a:off x="651613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181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181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181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134" y="0"/>
                      <a:pt x="67039" y="0"/>
                      <a:pt x="103255" y="0"/>
                    </a:cubicBezTo>
                    <a:cubicBezTo>
                      <a:pt x="103255" y="2130603"/>
                      <a:pt x="103255" y="4260436"/>
                      <a:pt x="103255" y="6391811"/>
                    </a:cubicBezTo>
                  </a:path>
                </a:pathLst>
              </a:custGeom>
              <a:solidFill>
                <a:schemeClr val="accent4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69" name="Freeform: Shape 32">
                <a:extLst>
                  <a:ext uri="{FF2B5EF4-FFF2-40B4-BE49-F238E27FC236}">
                    <a16:creationId xmlns:a16="http://schemas.microsoft.com/office/drawing/2014/main" id="{F80C8E45-AA03-497B-9ABE-2E9B8BC26557}"/>
                  </a:ext>
                </a:extLst>
              </p:cNvPr>
              <p:cNvSpPr/>
              <p:nvPr/>
            </p:nvSpPr>
            <p:spPr>
              <a:xfrm>
                <a:off x="6399205" y="2927282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chemeClr val="accent4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70" name="Freeform: Shape 33">
                <a:extLst>
                  <a:ext uri="{FF2B5EF4-FFF2-40B4-BE49-F238E27FC236}">
                    <a16:creationId xmlns:a16="http://schemas.microsoft.com/office/drawing/2014/main" id="{B33154AB-DAF1-4E1D-AED0-2C8B79C6FE97}"/>
                  </a:ext>
                </a:extLst>
              </p:cNvPr>
              <p:cNvSpPr/>
              <p:nvPr/>
            </p:nvSpPr>
            <p:spPr>
              <a:xfrm>
                <a:off x="5237391" y="2926127"/>
                <a:ext cx="144425" cy="2394576"/>
              </a:xfrm>
              <a:custGeom>
                <a:avLst/>
                <a:gdLst>
                  <a:gd name="connsiteX0" fmla="*/ 0 w 385280"/>
                  <a:gd name="connsiteY0" fmla="*/ 6393351 h 6387957"/>
                  <a:gd name="connsiteX1" fmla="*/ 0 w 385280"/>
                  <a:gd name="connsiteY1" fmla="*/ 0 h 6387957"/>
                  <a:gd name="connsiteX2" fmla="*/ 387593 w 385280"/>
                  <a:gd name="connsiteY2" fmla="*/ 0 h 6387957"/>
                  <a:gd name="connsiteX3" fmla="*/ 387593 w 38528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5280" h="6387957">
                    <a:moveTo>
                      <a:pt x="0" y="639335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128684" y="0"/>
                      <a:pt x="256597" y="0"/>
                      <a:pt x="387593" y="0"/>
                    </a:cubicBezTo>
                    <a:cubicBezTo>
                      <a:pt x="387593" y="2130603"/>
                      <a:pt x="387593" y="4261207"/>
                      <a:pt x="387593" y="6393351"/>
                    </a:cubicBezTo>
                  </a:path>
                </a:pathLst>
              </a:custGeom>
              <a:solidFill>
                <a:schemeClr val="accent3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71" name="Freeform: Shape 34">
                <a:extLst>
                  <a:ext uri="{FF2B5EF4-FFF2-40B4-BE49-F238E27FC236}">
                    <a16:creationId xmlns:a16="http://schemas.microsoft.com/office/drawing/2014/main" id="{6E905E38-B653-4270-89DB-6739B8AED375}"/>
                  </a:ext>
                </a:extLst>
              </p:cNvPr>
              <p:cNvSpPr/>
              <p:nvPr/>
            </p:nvSpPr>
            <p:spPr>
              <a:xfrm>
                <a:off x="5123269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59666"/>
                      <a:pt x="198805" y="6392581"/>
                    </a:cubicBezTo>
                  </a:path>
                </a:pathLst>
              </a:custGeom>
              <a:solidFill>
                <a:schemeClr val="accent3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72" name="Freeform: Shape 35">
                <a:extLst>
                  <a:ext uri="{FF2B5EF4-FFF2-40B4-BE49-F238E27FC236}">
                    <a16:creationId xmlns:a16="http://schemas.microsoft.com/office/drawing/2014/main" id="{C46E5A34-F6FC-40B7-8BD9-CA4870D3EACB}"/>
                  </a:ext>
                </a:extLst>
              </p:cNvPr>
              <p:cNvSpPr/>
              <p:nvPr/>
            </p:nvSpPr>
            <p:spPr>
              <a:xfrm>
                <a:off x="5611343" y="2927282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chemeClr val="accent3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73" name="Freeform: Shape 36">
                <a:extLst>
                  <a:ext uri="{FF2B5EF4-FFF2-40B4-BE49-F238E27FC236}">
                    <a16:creationId xmlns:a16="http://schemas.microsoft.com/office/drawing/2014/main" id="{5FA3DBA7-F8ED-45A6-819E-A85FBC355BCB}"/>
                  </a:ext>
                </a:extLst>
              </p:cNvPr>
              <p:cNvSpPr/>
              <p:nvPr/>
            </p:nvSpPr>
            <p:spPr>
              <a:xfrm>
                <a:off x="5407259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10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chemeClr val="accent3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74" name="Freeform: Shape 37">
                <a:extLst>
                  <a:ext uri="{FF2B5EF4-FFF2-40B4-BE49-F238E27FC236}">
                    <a16:creationId xmlns:a16="http://schemas.microsoft.com/office/drawing/2014/main" id="{6D4897DB-997C-4440-9C15-09B6C34994D1}"/>
                  </a:ext>
                </a:extLst>
              </p:cNvPr>
              <p:cNvSpPr/>
              <p:nvPr/>
            </p:nvSpPr>
            <p:spPr>
              <a:xfrm>
                <a:off x="5470252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chemeClr val="accent3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75" name="Freeform: Shape 38">
                <a:extLst>
                  <a:ext uri="{FF2B5EF4-FFF2-40B4-BE49-F238E27FC236}">
                    <a16:creationId xmlns:a16="http://schemas.microsoft.com/office/drawing/2014/main" id="{60C5513F-881C-4B26-9ADB-6A46166CB483}"/>
                  </a:ext>
                </a:extLst>
              </p:cNvPr>
              <p:cNvSpPr/>
              <p:nvPr/>
            </p:nvSpPr>
            <p:spPr>
              <a:xfrm>
                <a:off x="5533244" y="2926127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chemeClr val="accent3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</p:grp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621D202A-5DDC-4586-837E-E89610285CC9}"/>
                </a:ext>
              </a:extLst>
            </p:cNvPr>
            <p:cNvSpPr/>
            <p:nvPr/>
          </p:nvSpPr>
          <p:spPr>
            <a:xfrm>
              <a:off x="0" y="-699"/>
              <a:ext cx="12191999" cy="646331"/>
            </a:xfrm>
            <a:prstGeom prst="rect">
              <a:avLst/>
            </a:prstGeom>
            <a:solidFill>
              <a:schemeClr val="bg1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algn="ctr"/>
              <a:endParaRPr lang="ko-KR" altLang="en-US" sz="3600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itchFamily="18" charset="0"/>
              </a:endParaRPr>
            </a:p>
          </p:txBody>
        </p:sp>
        <p:pic>
          <p:nvPicPr>
            <p:cNvPr id="77" name="Picture 76">
              <a:extLst>
                <a:ext uri="{FF2B5EF4-FFF2-40B4-BE49-F238E27FC236}">
                  <a16:creationId xmlns:a16="http://schemas.microsoft.com/office/drawing/2014/main" id="{C10207E4-A41E-4E56-9165-4F7135FB076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587" y="34941"/>
              <a:ext cx="1343005" cy="575049"/>
            </a:xfrm>
            <a:prstGeom prst="rect">
              <a:avLst/>
            </a:prstGeom>
          </p:spPr>
        </p:pic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8C098857-E541-4069-B9EA-AF75614C0ABE}"/>
                </a:ext>
              </a:extLst>
            </p:cNvPr>
            <p:cNvSpPr txBox="1"/>
            <p:nvPr/>
          </p:nvSpPr>
          <p:spPr>
            <a:xfrm>
              <a:off x="3258798" y="84039"/>
              <a:ext cx="5674404" cy="5480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15000"/>
                </a:lnSpc>
                <a:spcAft>
                  <a:spcPts val="800"/>
                </a:spcAft>
              </a:pPr>
              <a:endParaRPr lang="en-US" sz="2800" b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80" name="TextBox 79">
            <a:extLst>
              <a:ext uri="{FF2B5EF4-FFF2-40B4-BE49-F238E27FC236}">
                <a16:creationId xmlns:a16="http://schemas.microsoft.com/office/drawing/2014/main" id="{A2291F98-3730-A3B2-C025-584D98524A2D}"/>
              </a:ext>
            </a:extLst>
          </p:cNvPr>
          <p:cNvSpPr txBox="1"/>
          <p:nvPr/>
        </p:nvSpPr>
        <p:spPr>
          <a:xfrm>
            <a:off x="1883438" y="30077"/>
            <a:ext cx="8870762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Model's Journey: A 4-Way Model Showdown</a:t>
            </a:r>
            <a:endParaRPr sz="3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542B9F50-A929-BF22-7A8E-15EB72A522EE}"/>
              </a:ext>
            </a:extLst>
          </p:cNvPr>
          <p:cNvSpPr txBox="1"/>
          <p:nvPr/>
        </p:nvSpPr>
        <p:spPr>
          <a:xfrm>
            <a:off x="6700077" y="1139919"/>
            <a:ext cx="5295278" cy="4001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Won the "Experiment"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1: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OLS model (MAE: ₹884) easily beat the simple baseline.</a:t>
            </a:r>
          </a:p>
          <a:p>
            <a:pPr algn="just"/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2 (The Experiment):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tested OLS against an advanced Deep Learning (ANN) model.</a:t>
            </a:r>
          </a:p>
          <a:p>
            <a:pPr algn="just"/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3 (The Result):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Deep Learning model (MAE: ₹766) successfully beat OLS, proving the data has complex, non-linear patterns.</a:t>
            </a:r>
          </a:p>
          <a:p>
            <a:pPr algn="just"/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4 (The Champion):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 (MAE: ₹672) beat every other model, including Deep Learning.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1625C821-7E88-89EC-F352-4543B6DB717B}"/>
              </a:ext>
            </a:extLst>
          </p:cNvPr>
          <p:cNvSpPr txBox="1"/>
          <p:nvPr/>
        </p:nvSpPr>
        <p:spPr>
          <a:xfrm>
            <a:off x="6096000" y="5300334"/>
            <a:ext cx="589935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Our final model is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55.7% more accurate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than the simple baseline. We achieved this by systematically finding new patterns (like clusters) and adding them to the model.</a:t>
            </a:r>
            <a:endParaRPr lang="en-IN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4" name="Group 83">
            <a:extLst>
              <a:ext uri="{FF2B5EF4-FFF2-40B4-BE49-F238E27FC236}">
                <a16:creationId xmlns:a16="http://schemas.microsoft.com/office/drawing/2014/main" id="{4771A2E0-5DF3-0C6D-1F3B-63E6A53CE189}"/>
              </a:ext>
            </a:extLst>
          </p:cNvPr>
          <p:cNvGrpSpPr/>
          <p:nvPr/>
        </p:nvGrpSpPr>
        <p:grpSpPr>
          <a:xfrm>
            <a:off x="277471" y="868179"/>
            <a:ext cx="5376077" cy="5041007"/>
            <a:chOff x="277471" y="868180"/>
            <a:chExt cx="5219061" cy="4849900"/>
          </a:xfrm>
        </p:grpSpPr>
        <p:pic>
          <p:nvPicPr>
            <p:cNvPr id="82" name="Picture 81" descr="A graph of average prediction error&#10;&#10;AI-generated content may be incorrect.">
              <a:extLst>
                <a:ext uri="{FF2B5EF4-FFF2-40B4-BE49-F238E27FC236}">
                  <a16:creationId xmlns:a16="http://schemas.microsoft.com/office/drawing/2014/main" id="{91FAE1F2-042A-5850-6300-B20F748CC8E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7074"/>
            <a:stretch>
              <a:fillRect/>
            </a:stretch>
          </p:blipFill>
          <p:spPr>
            <a:xfrm>
              <a:off x="277471" y="868180"/>
              <a:ext cx="5219061" cy="4849900"/>
            </a:xfrm>
            <a:prstGeom prst="rect">
              <a:avLst/>
            </a:prstGeom>
          </p:spPr>
        </p:pic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15481281-E815-FB2C-B755-C1C9EBEC4D04}"/>
                </a:ext>
              </a:extLst>
            </p:cNvPr>
            <p:cNvSpPr txBox="1"/>
            <p:nvPr/>
          </p:nvSpPr>
          <p:spPr>
            <a:xfrm>
              <a:off x="4611328" y="1079701"/>
              <a:ext cx="34412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/>
                <a:t>)</a:t>
              </a:r>
              <a:endParaRPr lang="en-IN" sz="20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36360637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" name="Group 78">
            <a:extLst>
              <a:ext uri="{FF2B5EF4-FFF2-40B4-BE49-F238E27FC236}">
                <a16:creationId xmlns:a16="http://schemas.microsoft.com/office/drawing/2014/main" id="{8AB83803-82FF-4FDF-A9E4-FA57E548D4DF}"/>
              </a:ext>
            </a:extLst>
          </p:cNvPr>
          <p:cNvGrpSpPr/>
          <p:nvPr/>
        </p:nvGrpSpPr>
        <p:grpSpPr>
          <a:xfrm>
            <a:off x="0" y="-699"/>
            <a:ext cx="12196232" cy="6859933"/>
            <a:chOff x="0" y="-699"/>
            <a:chExt cx="12196232" cy="6859933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4F7233E0-8B4C-403F-B4DC-1EAABD525929}"/>
                </a:ext>
              </a:extLst>
            </p:cNvPr>
            <p:cNvGrpSpPr/>
            <p:nvPr/>
          </p:nvGrpSpPr>
          <p:grpSpPr>
            <a:xfrm>
              <a:off x="4232" y="6382984"/>
              <a:ext cx="12192000" cy="476250"/>
              <a:chOff x="0" y="6381750"/>
              <a:chExt cx="12192000" cy="476250"/>
            </a:xfrm>
            <a:solidFill>
              <a:srgbClr val="C00000"/>
            </a:solidFill>
          </p:grpSpPr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C3EDFE22-777C-4E40-82E4-FD5DB11D8B63}"/>
                  </a:ext>
                </a:extLst>
              </p:cNvPr>
              <p:cNvSpPr/>
              <p:nvPr/>
            </p:nvSpPr>
            <p:spPr>
              <a:xfrm>
                <a:off x="0" y="6381750"/>
                <a:ext cx="12192000" cy="47625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grpSp>
            <p:nvGrpSpPr>
              <p:cNvPr id="4" name="Group 3">
                <a:extLst>
                  <a:ext uri="{FF2B5EF4-FFF2-40B4-BE49-F238E27FC236}">
                    <a16:creationId xmlns:a16="http://schemas.microsoft.com/office/drawing/2014/main" id="{314080B3-0E2C-457A-A722-47CA48E69C19}"/>
                  </a:ext>
                </a:extLst>
              </p:cNvPr>
              <p:cNvGrpSpPr/>
              <p:nvPr/>
            </p:nvGrpSpPr>
            <p:grpSpPr>
              <a:xfrm>
                <a:off x="160089" y="6467143"/>
                <a:ext cx="4087748" cy="273466"/>
                <a:chOff x="4366684" y="2926127"/>
                <a:chExt cx="3278335" cy="2571063"/>
              </a:xfrm>
              <a:grpFill/>
            </p:grpSpPr>
            <p:sp>
              <p:nvSpPr>
                <p:cNvPr id="5" name="Freeform: Shape 4">
                  <a:extLst>
                    <a:ext uri="{FF2B5EF4-FFF2-40B4-BE49-F238E27FC236}">
                      <a16:creationId xmlns:a16="http://schemas.microsoft.com/office/drawing/2014/main" id="{375F0EE2-DB06-4E1C-9F66-EAACEFA99A97}"/>
                    </a:ext>
                  </a:extLst>
                </p:cNvPr>
                <p:cNvSpPr/>
                <p:nvPr/>
              </p:nvSpPr>
              <p:spPr>
                <a:xfrm>
                  <a:off x="4744501" y="2926994"/>
                  <a:ext cx="72212" cy="2394576"/>
                </a:xfrm>
                <a:custGeom>
                  <a:avLst/>
                  <a:gdLst>
                    <a:gd name="connsiteX0" fmla="*/ 0 w 192640"/>
                    <a:gd name="connsiteY0" fmla="*/ 6393351 h 6387957"/>
                    <a:gd name="connsiteX1" fmla="*/ 0 w 192640"/>
                    <a:gd name="connsiteY1" fmla="*/ 0 h 6387957"/>
                    <a:gd name="connsiteX2" fmla="*/ 198034 w 192640"/>
                    <a:gd name="connsiteY2" fmla="*/ 0 h 6387957"/>
                    <a:gd name="connsiteX3" fmla="*/ 198034 w 192640"/>
                    <a:gd name="connsiteY3" fmla="*/ 639335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2640" h="6387957">
                      <a:moveTo>
                        <a:pt x="0" y="6393351"/>
                      </a:moveTo>
                      <a:cubicBezTo>
                        <a:pt x="0" y="4261207"/>
                        <a:pt x="0" y="2132145"/>
                        <a:pt x="0" y="0"/>
                      </a:cubicBezTo>
                      <a:cubicBezTo>
                        <a:pt x="67039" y="0"/>
                        <a:pt x="131766" y="0"/>
                        <a:pt x="198034" y="0"/>
                      </a:cubicBezTo>
                      <a:cubicBezTo>
                        <a:pt x="198034" y="2132145"/>
                        <a:pt x="198034" y="4261207"/>
                        <a:pt x="198034" y="639335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6" name="Freeform: Shape 5">
                  <a:extLst>
                    <a:ext uri="{FF2B5EF4-FFF2-40B4-BE49-F238E27FC236}">
                      <a16:creationId xmlns:a16="http://schemas.microsoft.com/office/drawing/2014/main" id="{175E547C-4DF2-4010-A85D-7C2F6E73C80D}"/>
                    </a:ext>
                  </a:extLst>
                </p:cNvPr>
                <p:cNvSpPr/>
                <p:nvPr/>
              </p:nvSpPr>
              <p:spPr>
                <a:xfrm>
                  <a:off x="4676621" y="2926994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258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2581"/>
                      </a:moveTo>
                      <a:cubicBezTo>
                        <a:pt x="0" y="4261207"/>
                        <a:pt x="0" y="2131374"/>
                        <a:pt x="0" y="0"/>
                      </a:cubicBezTo>
                      <a:cubicBezTo>
                        <a:pt x="34675" y="0"/>
                        <a:pt x="67809" y="0"/>
                        <a:pt x="103255" y="0"/>
                      </a:cubicBezTo>
                      <a:cubicBezTo>
                        <a:pt x="103255" y="2130603"/>
                        <a:pt x="103255" y="4260437"/>
                        <a:pt x="10325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7" name="Freeform: Shape 6">
                  <a:extLst>
                    <a:ext uri="{FF2B5EF4-FFF2-40B4-BE49-F238E27FC236}">
                      <a16:creationId xmlns:a16="http://schemas.microsoft.com/office/drawing/2014/main" id="{3F8BF4F1-A2B9-4C23-BC26-20CA699DD57A}"/>
                    </a:ext>
                  </a:extLst>
                </p:cNvPr>
                <p:cNvSpPr/>
                <p:nvPr/>
              </p:nvSpPr>
              <p:spPr>
                <a:xfrm>
                  <a:off x="5706626" y="2927282"/>
                  <a:ext cx="109764" cy="2394576"/>
                </a:xfrm>
                <a:custGeom>
                  <a:avLst/>
                  <a:gdLst>
                    <a:gd name="connsiteX0" fmla="*/ 0 w 292813"/>
                    <a:gd name="connsiteY0" fmla="*/ 6392581 h 6387957"/>
                    <a:gd name="connsiteX1" fmla="*/ 0 w 292813"/>
                    <a:gd name="connsiteY1" fmla="*/ 0 h 6387957"/>
                    <a:gd name="connsiteX2" fmla="*/ 295125 w 292813"/>
                    <a:gd name="connsiteY2" fmla="*/ 0 h 6387957"/>
                    <a:gd name="connsiteX3" fmla="*/ 295125 w 29281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92813" h="6387957">
                      <a:moveTo>
                        <a:pt x="0" y="6392581"/>
                      </a:moveTo>
                      <a:cubicBezTo>
                        <a:pt x="0" y="4261978"/>
                        <a:pt x="0" y="2132145"/>
                        <a:pt x="0" y="0"/>
                      </a:cubicBezTo>
                      <a:cubicBezTo>
                        <a:pt x="97091" y="0"/>
                        <a:pt x="194952" y="0"/>
                        <a:pt x="295125" y="0"/>
                      </a:cubicBezTo>
                      <a:cubicBezTo>
                        <a:pt x="295125" y="2130603"/>
                        <a:pt x="295125" y="4259666"/>
                        <a:pt x="29512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8" name="Freeform: Shape 7">
                  <a:extLst>
                    <a:ext uri="{FF2B5EF4-FFF2-40B4-BE49-F238E27FC236}">
                      <a16:creationId xmlns:a16="http://schemas.microsoft.com/office/drawing/2014/main" id="{1BB7A337-F067-4346-AD27-97742504B3F6}"/>
                    </a:ext>
                  </a:extLst>
                </p:cNvPr>
                <p:cNvSpPr/>
                <p:nvPr/>
              </p:nvSpPr>
              <p:spPr>
                <a:xfrm>
                  <a:off x="5022376" y="2926994"/>
                  <a:ext cx="75101" cy="2394576"/>
                </a:xfrm>
                <a:custGeom>
                  <a:avLst/>
                  <a:gdLst>
                    <a:gd name="connsiteX0" fmla="*/ 0 w 200346"/>
                    <a:gd name="connsiteY0" fmla="*/ 6392581 h 6387957"/>
                    <a:gd name="connsiteX1" fmla="*/ 0 w 200346"/>
                    <a:gd name="connsiteY1" fmla="*/ 0 h 6387957"/>
                    <a:gd name="connsiteX2" fmla="*/ 201117 w 200346"/>
                    <a:gd name="connsiteY2" fmla="*/ 0 h 6387957"/>
                    <a:gd name="connsiteX3" fmla="*/ 201117 w 200346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00346" h="6387957">
                      <a:moveTo>
                        <a:pt x="0" y="6392581"/>
                      </a:moveTo>
                      <a:cubicBezTo>
                        <a:pt x="0" y="4261207"/>
                        <a:pt x="0" y="2132145"/>
                        <a:pt x="0" y="0"/>
                      </a:cubicBezTo>
                      <a:cubicBezTo>
                        <a:pt x="67039" y="0"/>
                        <a:pt x="133307" y="0"/>
                        <a:pt x="201117" y="0"/>
                      </a:cubicBezTo>
                      <a:cubicBezTo>
                        <a:pt x="201117" y="2131374"/>
                        <a:pt x="201117" y="4260437"/>
                        <a:pt x="201117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9" name="Freeform: Shape 8">
                  <a:extLst>
                    <a:ext uri="{FF2B5EF4-FFF2-40B4-BE49-F238E27FC236}">
                      <a16:creationId xmlns:a16="http://schemas.microsoft.com/office/drawing/2014/main" id="{8E795506-C19E-4D33-8ECE-0DF520B3AEFE}"/>
                    </a:ext>
                  </a:extLst>
                </p:cNvPr>
                <p:cNvSpPr/>
                <p:nvPr/>
              </p:nvSpPr>
              <p:spPr>
                <a:xfrm>
                  <a:off x="4877829" y="2926994"/>
                  <a:ext cx="72212" cy="2394576"/>
                </a:xfrm>
                <a:custGeom>
                  <a:avLst/>
                  <a:gdLst>
                    <a:gd name="connsiteX0" fmla="*/ 0 w 192640"/>
                    <a:gd name="connsiteY0" fmla="*/ 6392581 h 6387957"/>
                    <a:gd name="connsiteX1" fmla="*/ 0 w 192640"/>
                    <a:gd name="connsiteY1" fmla="*/ 0 h 6387957"/>
                    <a:gd name="connsiteX2" fmla="*/ 198805 w 192640"/>
                    <a:gd name="connsiteY2" fmla="*/ 0 h 6387957"/>
                    <a:gd name="connsiteX3" fmla="*/ 198805 w 192640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2640" h="6387957">
                      <a:moveTo>
                        <a:pt x="0" y="6392581"/>
                      </a:moveTo>
                      <a:cubicBezTo>
                        <a:pt x="0" y="4261207"/>
                        <a:pt x="0" y="2131374"/>
                        <a:pt x="0" y="0"/>
                      </a:cubicBezTo>
                      <a:cubicBezTo>
                        <a:pt x="67039" y="0"/>
                        <a:pt x="131766" y="0"/>
                        <a:pt x="198805" y="0"/>
                      </a:cubicBezTo>
                      <a:cubicBezTo>
                        <a:pt x="198805" y="2130603"/>
                        <a:pt x="198805" y="4260437"/>
                        <a:pt x="19880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0" name="Freeform: Shape 9">
                  <a:extLst>
                    <a:ext uri="{FF2B5EF4-FFF2-40B4-BE49-F238E27FC236}">
                      <a16:creationId xmlns:a16="http://schemas.microsoft.com/office/drawing/2014/main" id="{3735ADE9-DFBC-40FF-A853-DDEAE403ED0E}"/>
                    </a:ext>
                  </a:extLst>
                </p:cNvPr>
                <p:cNvSpPr/>
                <p:nvPr/>
              </p:nvSpPr>
              <p:spPr>
                <a:xfrm>
                  <a:off x="4559765" y="2926994"/>
                  <a:ext cx="72212" cy="2394576"/>
                </a:xfrm>
                <a:custGeom>
                  <a:avLst/>
                  <a:gdLst>
                    <a:gd name="connsiteX0" fmla="*/ 0 w 192640"/>
                    <a:gd name="connsiteY0" fmla="*/ 6393351 h 6387957"/>
                    <a:gd name="connsiteX1" fmla="*/ 0 w 192640"/>
                    <a:gd name="connsiteY1" fmla="*/ 0 h 6387957"/>
                    <a:gd name="connsiteX2" fmla="*/ 198034 w 192640"/>
                    <a:gd name="connsiteY2" fmla="*/ 0 h 6387957"/>
                    <a:gd name="connsiteX3" fmla="*/ 198034 w 192640"/>
                    <a:gd name="connsiteY3" fmla="*/ 639335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2640" h="6387957">
                      <a:moveTo>
                        <a:pt x="0" y="6393351"/>
                      </a:moveTo>
                      <a:cubicBezTo>
                        <a:pt x="0" y="4261207"/>
                        <a:pt x="0" y="2132145"/>
                        <a:pt x="0" y="0"/>
                      </a:cubicBezTo>
                      <a:cubicBezTo>
                        <a:pt x="67039" y="0"/>
                        <a:pt x="131766" y="0"/>
                        <a:pt x="198034" y="0"/>
                      </a:cubicBezTo>
                      <a:cubicBezTo>
                        <a:pt x="198034" y="2132145"/>
                        <a:pt x="198034" y="4261207"/>
                        <a:pt x="198034" y="639335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1" name="Freeform: Shape 10">
                  <a:extLst>
                    <a:ext uri="{FF2B5EF4-FFF2-40B4-BE49-F238E27FC236}">
                      <a16:creationId xmlns:a16="http://schemas.microsoft.com/office/drawing/2014/main" id="{45B816DB-E16D-434D-9DDC-1E4BB22E411A}"/>
                    </a:ext>
                  </a:extLst>
                </p:cNvPr>
                <p:cNvSpPr/>
                <p:nvPr/>
              </p:nvSpPr>
              <p:spPr>
                <a:xfrm>
                  <a:off x="4433987" y="2926705"/>
                  <a:ext cx="37550" cy="2567886"/>
                </a:xfrm>
                <a:custGeom>
                  <a:avLst/>
                  <a:gdLst>
                    <a:gd name="connsiteX0" fmla="*/ 0 w 100173"/>
                    <a:gd name="connsiteY0" fmla="*/ 6854918 h 6850294"/>
                    <a:gd name="connsiteX1" fmla="*/ 0 w 100173"/>
                    <a:gd name="connsiteY1" fmla="*/ 0 h 6850294"/>
                    <a:gd name="connsiteX2" fmla="*/ 103255 w 100173"/>
                    <a:gd name="connsiteY2" fmla="*/ 0 h 6850294"/>
                    <a:gd name="connsiteX3" fmla="*/ 103255 w 100173"/>
                    <a:gd name="connsiteY3" fmla="*/ 6854918 h 68502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850294">
                      <a:moveTo>
                        <a:pt x="0" y="6854918"/>
                      </a:moveTo>
                      <a:cubicBezTo>
                        <a:pt x="0" y="4570202"/>
                        <a:pt x="0" y="2286257"/>
                        <a:pt x="0" y="0"/>
                      </a:cubicBezTo>
                      <a:cubicBezTo>
                        <a:pt x="34675" y="0"/>
                        <a:pt x="67809" y="0"/>
                        <a:pt x="103255" y="0"/>
                      </a:cubicBezTo>
                      <a:cubicBezTo>
                        <a:pt x="103255" y="2284716"/>
                        <a:pt x="103255" y="4567891"/>
                        <a:pt x="103255" y="6854918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2" name="Freeform: Shape 11">
                  <a:extLst>
                    <a:ext uri="{FF2B5EF4-FFF2-40B4-BE49-F238E27FC236}">
                      <a16:creationId xmlns:a16="http://schemas.microsoft.com/office/drawing/2014/main" id="{D5D6C9B3-F26D-4538-B939-0107B961839D}"/>
                    </a:ext>
                  </a:extLst>
                </p:cNvPr>
                <p:cNvSpPr/>
                <p:nvPr/>
              </p:nvSpPr>
              <p:spPr>
                <a:xfrm>
                  <a:off x="4366684" y="2927282"/>
                  <a:ext cx="37550" cy="2567886"/>
                </a:xfrm>
                <a:custGeom>
                  <a:avLst/>
                  <a:gdLst>
                    <a:gd name="connsiteX0" fmla="*/ 0 w 100173"/>
                    <a:gd name="connsiteY0" fmla="*/ 6854148 h 6850294"/>
                    <a:gd name="connsiteX1" fmla="*/ 0 w 100173"/>
                    <a:gd name="connsiteY1" fmla="*/ 0 h 6850294"/>
                    <a:gd name="connsiteX2" fmla="*/ 103255 w 100173"/>
                    <a:gd name="connsiteY2" fmla="*/ 0 h 6850294"/>
                    <a:gd name="connsiteX3" fmla="*/ 103255 w 100173"/>
                    <a:gd name="connsiteY3" fmla="*/ 6854918 h 68502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850294">
                      <a:moveTo>
                        <a:pt x="0" y="6854148"/>
                      </a:moveTo>
                      <a:cubicBezTo>
                        <a:pt x="0" y="4569432"/>
                        <a:pt x="0" y="2286257"/>
                        <a:pt x="0" y="0"/>
                      </a:cubicBezTo>
                      <a:cubicBezTo>
                        <a:pt x="33905" y="0"/>
                        <a:pt x="67809" y="0"/>
                        <a:pt x="103255" y="0"/>
                      </a:cubicBezTo>
                      <a:cubicBezTo>
                        <a:pt x="103255" y="2285486"/>
                        <a:pt x="103255" y="4568661"/>
                        <a:pt x="103255" y="6854918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3" name="Freeform: Shape 12">
                  <a:extLst>
                    <a:ext uri="{FF2B5EF4-FFF2-40B4-BE49-F238E27FC236}">
                      <a16:creationId xmlns:a16="http://schemas.microsoft.com/office/drawing/2014/main" id="{EC07D1C9-009A-483F-95D8-AE22DC2CD8D8}"/>
                    </a:ext>
                  </a:extLst>
                </p:cNvPr>
                <p:cNvSpPr/>
                <p:nvPr/>
              </p:nvSpPr>
              <p:spPr>
                <a:xfrm>
                  <a:off x="5957386" y="2926705"/>
                  <a:ext cx="37550" cy="2567886"/>
                </a:xfrm>
                <a:custGeom>
                  <a:avLst/>
                  <a:gdLst>
                    <a:gd name="connsiteX0" fmla="*/ 0 w 100173"/>
                    <a:gd name="connsiteY0" fmla="*/ 6854918 h 6850294"/>
                    <a:gd name="connsiteX1" fmla="*/ 0 w 100173"/>
                    <a:gd name="connsiteY1" fmla="*/ 0 h 6850294"/>
                    <a:gd name="connsiteX2" fmla="*/ 103255 w 100173"/>
                    <a:gd name="connsiteY2" fmla="*/ 0 h 6850294"/>
                    <a:gd name="connsiteX3" fmla="*/ 103255 w 100173"/>
                    <a:gd name="connsiteY3" fmla="*/ 6854918 h 68502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850294">
                      <a:moveTo>
                        <a:pt x="0" y="6854918"/>
                      </a:moveTo>
                      <a:cubicBezTo>
                        <a:pt x="0" y="4570202"/>
                        <a:pt x="0" y="2286257"/>
                        <a:pt x="0" y="0"/>
                      </a:cubicBezTo>
                      <a:cubicBezTo>
                        <a:pt x="34675" y="0"/>
                        <a:pt x="67809" y="0"/>
                        <a:pt x="103255" y="0"/>
                      </a:cubicBezTo>
                      <a:cubicBezTo>
                        <a:pt x="103255" y="2283945"/>
                        <a:pt x="103255" y="4567891"/>
                        <a:pt x="103255" y="6854918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4" name="Freeform: Shape 13">
                  <a:extLst>
                    <a:ext uri="{FF2B5EF4-FFF2-40B4-BE49-F238E27FC236}">
                      <a16:creationId xmlns:a16="http://schemas.microsoft.com/office/drawing/2014/main" id="{F54B353B-E09D-4957-842E-D8AD4D49A921}"/>
                    </a:ext>
                  </a:extLst>
                </p:cNvPr>
                <p:cNvSpPr/>
                <p:nvPr/>
              </p:nvSpPr>
              <p:spPr>
                <a:xfrm>
                  <a:off x="6024689" y="2926127"/>
                  <a:ext cx="37550" cy="2567886"/>
                </a:xfrm>
                <a:custGeom>
                  <a:avLst/>
                  <a:gdLst>
                    <a:gd name="connsiteX0" fmla="*/ 0 w 100173"/>
                    <a:gd name="connsiteY0" fmla="*/ 6857230 h 6850294"/>
                    <a:gd name="connsiteX1" fmla="*/ 0 w 100173"/>
                    <a:gd name="connsiteY1" fmla="*/ 0 h 6850294"/>
                    <a:gd name="connsiteX2" fmla="*/ 52398 w 100173"/>
                    <a:gd name="connsiteY2" fmla="*/ 0 h 6850294"/>
                    <a:gd name="connsiteX3" fmla="*/ 103255 w 100173"/>
                    <a:gd name="connsiteY3" fmla="*/ 0 h 6850294"/>
                    <a:gd name="connsiteX4" fmla="*/ 103255 w 100173"/>
                    <a:gd name="connsiteY4" fmla="*/ 6857230 h 68502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00173" h="6850294">
                      <a:moveTo>
                        <a:pt x="0" y="6857230"/>
                      </a:moveTo>
                      <a:cubicBezTo>
                        <a:pt x="0" y="4572514"/>
                        <a:pt x="0" y="2288569"/>
                        <a:pt x="0" y="0"/>
                      </a:cubicBezTo>
                      <a:cubicBezTo>
                        <a:pt x="17723" y="0"/>
                        <a:pt x="34675" y="0"/>
                        <a:pt x="52398" y="0"/>
                      </a:cubicBezTo>
                      <a:cubicBezTo>
                        <a:pt x="68580" y="0"/>
                        <a:pt x="84762" y="0"/>
                        <a:pt x="103255" y="0"/>
                      </a:cubicBezTo>
                      <a:cubicBezTo>
                        <a:pt x="103255" y="2287798"/>
                        <a:pt x="103255" y="4571743"/>
                        <a:pt x="103255" y="6857230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5" name="Freeform: Shape 14">
                  <a:extLst>
                    <a:ext uri="{FF2B5EF4-FFF2-40B4-BE49-F238E27FC236}">
                      <a16:creationId xmlns:a16="http://schemas.microsoft.com/office/drawing/2014/main" id="{C60F81BD-F891-48DF-8E0D-BDC05CBC7452}"/>
                    </a:ext>
                  </a:extLst>
                </p:cNvPr>
                <p:cNvSpPr/>
                <p:nvPr/>
              </p:nvSpPr>
              <p:spPr>
                <a:xfrm>
                  <a:off x="5890084" y="2926994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2581 h 6387957"/>
                    <a:gd name="connsiteX1" fmla="*/ 0 w 100173"/>
                    <a:gd name="connsiteY1" fmla="*/ 0 h 6387957"/>
                    <a:gd name="connsiteX2" fmla="*/ 101714 w 100173"/>
                    <a:gd name="connsiteY2" fmla="*/ 0 h 6387957"/>
                    <a:gd name="connsiteX3" fmla="*/ 101714 w 10017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2581"/>
                      </a:moveTo>
                      <a:cubicBezTo>
                        <a:pt x="0" y="4262748"/>
                        <a:pt x="0" y="2132145"/>
                        <a:pt x="0" y="0"/>
                      </a:cubicBezTo>
                      <a:cubicBezTo>
                        <a:pt x="33904" y="0"/>
                        <a:pt x="67039" y="0"/>
                        <a:pt x="101714" y="0"/>
                      </a:cubicBezTo>
                      <a:cubicBezTo>
                        <a:pt x="101714" y="2130603"/>
                        <a:pt x="101714" y="4260437"/>
                        <a:pt x="101714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6" name="Freeform: Shape 15">
                  <a:extLst>
                    <a:ext uri="{FF2B5EF4-FFF2-40B4-BE49-F238E27FC236}">
                      <a16:creationId xmlns:a16="http://schemas.microsoft.com/office/drawing/2014/main" id="{09F9B5B4-A975-4BC1-A4E4-F4869117A798}"/>
                    </a:ext>
                  </a:extLst>
                </p:cNvPr>
                <p:cNvSpPr/>
                <p:nvPr/>
              </p:nvSpPr>
              <p:spPr>
                <a:xfrm>
                  <a:off x="6091991" y="2926994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335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335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3351"/>
                      </a:moveTo>
                      <a:cubicBezTo>
                        <a:pt x="0" y="4261978"/>
                        <a:pt x="0" y="2132915"/>
                        <a:pt x="0" y="0"/>
                      </a:cubicBezTo>
                      <a:cubicBezTo>
                        <a:pt x="34675" y="0"/>
                        <a:pt x="67809" y="0"/>
                        <a:pt x="103255" y="0"/>
                      </a:cubicBezTo>
                      <a:cubicBezTo>
                        <a:pt x="103255" y="2131374"/>
                        <a:pt x="103255" y="4261207"/>
                        <a:pt x="103255" y="639335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7" name="Freeform: Shape 16">
                  <a:extLst>
                    <a:ext uri="{FF2B5EF4-FFF2-40B4-BE49-F238E27FC236}">
                      <a16:creationId xmlns:a16="http://schemas.microsoft.com/office/drawing/2014/main" id="{F0F04A50-70C0-4152-B892-712F604BB364}"/>
                    </a:ext>
                  </a:extLst>
                </p:cNvPr>
                <p:cNvSpPr/>
                <p:nvPr/>
              </p:nvSpPr>
              <p:spPr>
                <a:xfrm>
                  <a:off x="7139759" y="2926994"/>
                  <a:ext cx="109764" cy="2394576"/>
                </a:xfrm>
                <a:custGeom>
                  <a:avLst/>
                  <a:gdLst>
                    <a:gd name="connsiteX0" fmla="*/ 0 w 292813"/>
                    <a:gd name="connsiteY0" fmla="*/ 6393351 h 6387957"/>
                    <a:gd name="connsiteX1" fmla="*/ 0 w 292813"/>
                    <a:gd name="connsiteY1" fmla="*/ 0 h 6387957"/>
                    <a:gd name="connsiteX2" fmla="*/ 295125 w 292813"/>
                    <a:gd name="connsiteY2" fmla="*/ 0 h 6387957"/>
                    <a:gd name="connsiteX3" fmla="*/ 295125 w 292813"/>
                    <a:gd name="connsiteY3" fmla="*/ 639335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92813" h="6387957">
                      <a:moveTo>
                        <a:pt x="0" y="6393351"/>
                      </a:moveTo>
                      <a:cubicBezTo>
                        <a:pt x="0" y="4261207"/>
                        <a:pt x="0" y="2131374"/>
                        <a:pt x="0" y="0"/>
                      </a:cubicBezTo>
                      <a:cubicBezTo>
                        <a:pt x="99403" y="0"/>
                        <a:pt x="196493" y="0"/>
                        <a:pt x="295125" y="0"/>
                      </a:cubicBezTo>
                      <a:cubicBezTo>
                        <a:pt x="295125" y="2132145"/>
                        <a:pt x="295125" y="4261207"/>
                        <a:pt x="295125" y="639335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8" name="Freeform: Shape 17">
                  <a:extLst>
                    <a:ext uri="{FF2B5EF4-FFF2-40B4-BE49-F238E27FC236}">
                      <a16:creationId xmlns:a16="http://schemas.microsoft.com/office/drawing/2014/main" id="{71D9C88D-AEA2-48F6-AF2B-D383D97E3535}"/>
                    </a:ext>
                  </a:extLst>
                </p:cNvPr>
                <p:cNvSpPr/>
                <p:nvPr/>
              </p:nvSpPr>
              <p:spPr>
                <a:xfrm>
                  <a:off x="7280788" y="2926994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258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2581"/>
                      </a:moveTo>
                      <a:cubicBezTo>
                        <a:pt x="0" y="4261207"/>
                        <a:pt x="0" y="2131374"/>
                        <a:pt x="0" y="0"/>
                      </a:cubicBezTo>
                      <a:cubicBezTo>
                        <a:pt x="34675" y="0"/>
                        <a:pt x="67809" y="0"/>
                        <a:pt x="103255" y="0"/>
                      </a:cubicBezTo>
                      <a:cubicBezTo>
                        <a:pt x="103255" y="2130603"/>
                        <a:pt x="103255" y="4260437"/>
                        <a:pt x="10325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9" name="Freeform: Shape 18">
                  <a:extLst>
                    <a:ext uri="{FF2B5EF4-FFF2-40B4-BE49-F238E27FC236}">
                      <a16:creationId xmlns:a16="http://schemas.microsoft.com/office/drawing/2014/main" id="{AB8EEA47-0851-4500-8CE0-169E98978C2E}"/>
                    </a:ext>
                  </a:extLst>
                </p:cNvPr>
                <p:cNvSpPr/>
                <p:nvPr/>
              </p:nvSpPr>
              <p:spPr>
                <a:xfrm>
                  <a:off x="7349773" y="2926994"/>
                  <a:ext cx="109764" cy="2394576"/>
                </a:xfrm>
                <a:custGeom>
                  <a:avLst/>
                  <a:gdLst>
                    <a:gd name="connsiteX0" fmla="*/ 0 w 292813"/>
                    <a:gd name="connsiteY0" fmla="*/ 6393351 h 6387957"/>
                    <a:gd name="connsiteX1" fmla="*/ 0 w 292813"/>
                    <a:gd name="connsiteY1" fmla="*/ 0 h 6387957"/>
                    <a:gd name="connsiteX2" fmla="*/ 295125 w 292813"/>
                    <a:gd name="connsiteY2" fmla="*/ 0 h 6387957"/>
                    <a:gd name="connsiteX3" fmla="*/ 295125 w 292813"/>
                    <a:gd name="connsiteY3" fmla="*/ 639335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92813" h="6387957">
                      <a:moveTo>
                        <a:pt x="0" y="6393351"/>
                      </a:moveTo>
                      <a:cubicBezTo>
                        <a:pt x="0" y="4261207"/>
                        <a:pt x="0" y="2132145"/>
                        <a:pt x="0" y="0"/>
                      </a:cubicBezTo>
                      <a:cubicBezTo>
                        <a:pt x="99402" y="0"/>
                        <a:pt x="195722" y="0"/>
                        <a:pt x="295125" y="0"/>
                      </a:cubicBezTo>
                      <a:cubicBezTo>
                        <a:pt x="295125" y="2132145"/>
                        <a:pt x="295125" y="4261207"/>
                        <a:pt x="295125" y="639335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20" name="Freeform: Shape 19">
                  <a:extLst>
                    <a:ext uri="{FF2B5EF4-FFF2-40B4-BE49-F238E27FC236}">
                      <a16:creationId xmlns:a16="http://schemas.microsoft.com/office/drawing/2014/main" id="{99CB024E-C751-4D3B-A1FC-DB08068B1DB8}"/>
                    </a:ext>
                  </a:extLst>
                </p:cNvPr>
                <p:cNvSpPr/>
                <p:nvPr/>
              </p:nvSpPr>
              <p:spPr>
                <a:xfrm>
                  <a:off x="7548511" y="2927282"/>
                  <a:ext cx="41911" cy="2569908"/>
                </a:xfrm>
                <a:custGeom>
                  <a:avLst/>
                  <a:gdLst>
                    <a:gd name="connsiteX0" fmla="*/ 0 w 115584"/>
                    <a:gd name="connsiteY0" fmla="*/ 6753975 h 6850294"/>
                    <a:gd name="connsiteX1" fmla="*/ 13099 w 115584"/>
                    <a:gd name="connsiteY1" fmla="*/ 0 h 6850294"/>
                    <a:gd name="connsiteX2" fmla="*/ 118666 w 115584"/>
                    <a:gd name="connsiteY2" fmla="*/ 0 h 6850294"/>
                    <a:gd name="connsiteX3" fmla="*/ 118666 w 115584"/>
                    <a:gd name="connsiteY3" fmla="*/ 6855688 h 6850294"/>
                    <a:gd name="connsiteX0" fmla="*/ 0 w 111805"/>
                    <a:gd name="connsiteY0" fmla="*/ 6836322 h 6855688"/>
                    <a:gd name="connsiteX1" fmla="*/ 6237 w 111805"/>
                    <a:gd name="connsiteY1" fmla="*/ 0 h 6855688"/>
                    <a:gd name="connsiteX2" fmla="*/ 111804 w 111805"/>
                    <a:gd name="connsiteY2" fmla="*/ 0 h 6855688"/>
                    <a:gd name="connsiteX3" fmla="*/ 111804 w 111805"/>
                    <a:gd name="connsiteY3" fmla="*/ 6855688 h 6855688"/>
                    <a:gd name="connsiteX0" fmla="*/ 0 w 111804"/>
                    <a:gd name="connsiteY0" fmla="*/ 6853478 h 6855688"/>
                    <a:gd name="connsiteX1" fmla="*/ 6237 w 111804"/>
                    <a:gd name="connsiteY1" fmla="*/ 0 h 6855688"/>
                    <a:gd name="connsiteX2" fmla="*/ 111804 w 111804"/>
                    <a:gd name="connsiteY2" fmla="*/ 0 h 6855688"/>
                    <a:gd name="connsiteX3" fmla="*/ 111804 w 111804"/>
                    <a:gd name="connsiteY3" fmla="*/ 6855688 h 68556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11804" h="6855688">
                      <a:moveTo>
                        <a:pt x="0" y="6853478"/>
                      </a:moveTo>
                      <a:cubicBezTo>
                        <a:pt x="14640" y="4603437"/>
                        <a:pt x="3155" y="2253123"/>
                        <a:pt x="6237" y="0"/>
                      </a:cubicBezTo>
                      <a:lnTo>
                        <a:pt x="111804" y="0"/>
                      </a:lnTo>
                      <a:lnTo>
                        <a:pt x="111804" y="6855688"/>
                      </a:ln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21" name="Freeform: Shape 20">
                  <a:extLst>
                    <a:ext uri="{FF2B5EF4-FFF2-40B4-BE49-F238E27FC236}">
                      <a16:creationId xmlns:a16="http://schemas.microsoft.com/office/drawing/2014/main" id="{1BDA8D11-4AAC-43CC-B408-A388F56971AF}"/>
                    </a:ext>
                  </a:extLst>
                </p:cNvPr>
                <p:cNvSpPr/>
                <p:nvPr/>
              </p:nvSpPr>
              <p:spPr>
                <a:xfrm>
                  <a:off x="7485249" y="2926994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258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2581"/>
                      </a:moveTo>
                      <a:cubicBezTo>
                        <a:pt x="0" y="4261207"/>
                        <a:pt x="0" y="2131374"/>
                        <a:pt x="0" y="0"/>
                      </a:cubicBezTo>
                      <a:cubicBezTo>
                        <a:pt x="34675" y="0"/>
                        <a:pt x="67809" y="0"/>
                        <a:pt x="103255" y="0"/>
                      </a:cubicBezTo>
                      <a:cubicBezTo>
                        <a:pt x="103255" y="2130603"/>
                        <a:pt x="103255" y="4260437"/>
                        <a:pt x="10325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22" name="Freeform: Shape 21">
                  <a:extLst>
                    <a:ext uri="{FF2B5EF4-FFF2-40B4-BE49-F238E27FC236}">
                      <a16:creationId xmlns:a16="http://schemas.microsoft.com/office/drawing/2014/main" id="{3EE00667-7B8F-4892-BF72-8EA3745153E0}"/>
                    </a:ext>
                  </a:extLst>
                </p:cNvPr>
                <p:cNvSpPr/>
                <p:nvPr/>
              </p:nvSpPr>
              <p:spPr>
                <a:xfrm>
                  <a:off x="7616134" y="2926994"/>
                  <a:ext cx="28885" cy="2567886"/>
                </a:xfrm>
                <a:custGeom>
                  <a:avLst/>
                  <a:gdLst>
                    <a:gd name="connsiteX0" fmla="*/ 0 w 77056"/>
                    <a:gd name="connsiteY0" fmla="*/ 6854918 h 6850294"/>
                    <a:gd name="connsiteX1" fmla="*/ 0 w 77056"/>
                    <a:gd name="connsiteY1" fmla="*/ 0 h 6850294"/>
                    <a:gd name="connsiteX2" fmla="*/ 78597 w 77056"/>
                    <a:gd name="connsiteY2" fmla="*/ 0 h 6850294"/>
                    <a:gd name="connsiteX3" fmla="*/ 78597 w 77056"/>
                    <a:gd name="connsiteY3" fmla="*/ 6854918 h 68502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7056" h="6850294">
                      <a:moveTo>
                        <a:pt x="0" y="6854918"/>
                      </a:moveTo>
                      <a:cubicBezTo>
                        <a:pt x="0" y="4570202"/>
                        <a:pt x="0" y="2286257"/>
                        <a:pt x="0" y="0"/>
                      </a:cubicBezTo>
                      <a:cubicBezTo>
                        <a:pt x="25428" y="0"/>
                        <a:pt x="50087" y="0"/>
                        <a:pt x="78597" y="0"/>
                      </a:cubicBezTo>
                      <a:cubicBezTo>
                        <a:pt x="78597" y="2283175"/>
                        <a:pt x="78597" y="4566350"/>
                        <a:pt x="78597" y="6854918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23" name="Freeform: Shape 22">
                  <a:extLst>
                    <a:ext uri="{FF2B5EF4-FFF2-40B4-BE49-F238E27FC236}">
                      <a16:creationId xmlns:a16="http://schemas.microsoft.com/office/drawing/2014/main" id="{902A81A6-28D8-4522-B490-B37A255B8416}"/>
                    </a:ext>
                  </a:extLst>
                </p:cNvPr>
                <p:cNvSpPr/>
                <p:nvPr/>
              </p:nvSpPr>
              <p:spPr>
                <a:xfrm>
                  <a:off x="6838507" y="2926994"/>
                  <a:ext cx="109764" cy="2394576"/>
                </a:xfrm>
                <a:custGeom>
                  <a:avLst/>
                  <a:gdLst>
                    <a:gd name="connsiteX0" fmla="*/ 0 w 292813"/>
                    <a:gd name="connsiteY0" fmla="*/ 6393351 h 6387957"/>
                    <a:gd name="connsiteX1" fmla="*/ 0 w 292813"/>
                    <a:gd name="connsiteY1" fmla="*/ 0 h 6387957"/>
                    <a:gd name="connsiteX2" fmla="*/ 295125 w 292813"/>
                    <a:gd name="connsiteY2" fmla="*/ 0 h 6387957"/>
                    <a:gd name="connsiteX3" fmla="*/ 295125 w 292813"/>
                    <a:gd name="connsiteY3" fmla="*/ 639335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92813" h="6387957">
                      <a:moveTo>
                        <a:pt x="0" y="6393351"/>
                      </a:moveTo>
                      <a:cubicBezTo>
                        <a:pt x="0" y="4261207"/>
                        <a:pt x="0" y="2131374"/>
                        <a:pt x="0" y="0"/>
                      </a:cubicBezTo>
                      <a:cubicBezTo>
                        <a:pt x="99403" y="0"/>
                        <a:pt x="196493" y="0"/>
                        <a:pt x="295125" y="0"/>
                      </a:cubicBezTo>
                      <a:cubicBezTo>
                        <a:pt x="295125" y="2132145"/>
                        <a:pt x="295125" y="4261207"/>
                        <a:pt x="295125" y="639335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24" name="Freeform: Shape 23">
                  <a:extLst>
                    <a:ext uri="{FF2B5EF4-FFF2-40B4-BE49-F238E27FC236}">
                      <a16:creationId xmlns:a16="http://schemas.microsoft.com/office/drawing/2014/main" id="{2A569EB6-2490-40DF-9A4A-639E65D35F5C}"/>
                    </a:ext>
                  </a:extLst>
                </p:cNvPr>
                <p:cNvSpPr/>
                <p:nvPr/>
              </p:nvSpPr>
              <p:spPr>
                <a:xfrm>
                  <a:off x="6980994" y="2927282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258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2581"/>
                      </a:moveTo>
                      <a:cubicBezTo>
                        <a:pt x="0" y="4261978"/>
                        <a:pt x="0" y="2132145"/>
                        <a:pt x="0" y="0"/>
                      </a:cubicBezTo>
                      <a:cubicBezTo>
                        <a:pt x="33904" y="0"/>
                        <a:pt x="67809" y="0"/>
                        <a:pt x="103255" y="0"/>
                      </a:cubicBezTo>
                      <a:cubicBezTo>
                        <a:pt x="103255" y="2130603"/>
                        <a:pt x="103255" y="4258895"/>
                        <a:pt x="10325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25" name="Freeform: Shape 24">
                  <a:extLst>
                    <a:ext uri="{FF2B5EF4-FFF2-40B4-BE49-F238E27FC236}">
                      <a16:creationId xmlns:a16="http://schemas.microsoft.com/office/drawing/2014/main" id="{7DC04B7B-FFF7-4CAC-BF2B-7AF98E950FE2}"/>
                    </a:ext>
                  </a:extLst>
                </p:cNvPr>
                <p:cNvSpPr/>
                <p:nvPr/>
              </p:nvSpPr>
              <p:spPr>
                <a:xfrm>
                  <a:off x="7065051" y="2926994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258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2581"/>
                      </a:moveTo>
                      <a:cubicBezTo>
                        <a:pt x="0" y="4261978"/>
                        <a:pt x="0" y="2132145"/>
                        <a:pt x="0" y="0"/>
                      </a:cubicBezTo>
                      <a:cubicBezTo>
                        <a:pt x="33904" y="0"/>
                        <a:pt x="67809" y="0"/>
                        <a:pt x="103255" y="0"/>
                      </a:cubicBezTo>
                      <a:cubicBezTo>
                        <a:pt x="103255" y="2130603"/>
                        <a:pt x="103255" y="4258895"/>
                        <a:pt x="10325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26" name="Freeform: Shape 25">
                  <a:extLst>
                    <a:ext uri="{FF2B5EF4-FFF2-40B4-BE49-F238E27FC236}">
                      <a16:creationId xmlns:a16="http://schemas.microsoft.com/office/drawing/2014/main" id="{99FD279C-9B71-46A5-9519-57C2FDE43882}"/>
                    </a:ext>
                  </a:extLst>
                </p:cNvPr>
                <p:cNvSpPr/>
                <p:nvPr/>
              </p:nvSpPr>
              <p:spPr>
                <a:xfrm>
                  <a:off x="6754449" y="2926127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258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2581"/>
                      </a:moveTo>
                      <a:cubicBezTo>
                        <a:pt x="0" y="4261978"/>
                        <a:pt x="0" y="2132145"/>
                        <a:pt x="0" y="0"/>
                      </a:cubicBezTo>
                      <a:cubicBezTo>
                        <a:pt x="33905" y="0"/>
                        <a:pt x="67810" y="0"/>
                        <a:pt x="103255" y="0"/>
                      </a:cubicBezTo>
                      <a:cubicBezTo>
                        <a:pt x="103255" y="2131374"/>
                        <a:pt x="103255" y="4260436"/>
                        <a:pt x="10325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27" name="Freeform: Shape 26">
                  <a:extLst>
                    <a:ext uri="{FF2B5EF4-FFF2-40B4-BE49-F238E27FC236}">
                      <a16:creationId xmlns:a16="http://schemas.microsoft.com/office/drawing/2014/main" id="{E77F362F-1E3A-429A-8A7A-092562BB2825}"/>
                    </a:ext>
                  </a:extLst>
                </p:cNvPr>
                <p:cNvSpPr/>
                <p:nvPr/>
              </p:nvSpPr>
              <p:spPr>
                <a:xfrm>
                  <a:off x="6334914" y="2927282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335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335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3351"/>
                      </a:moveTo>
                      <a:cubicBezTo>
                        <a:pt x="0" y="4262748"/>
                        <a:pt x="0" y="2132915"/>
                        <a:pt x="0" y="0"/>
                      </a:cubicBezTo>
                      <a:cubicBezTo>
                        <a:pt x="33904" y="0"/>
                        <a:pt x="67809" y="0"/>
                        <a:pt x="103255" y="0"/>
                      </a:cubicBezTo>
                      <a:cubicBezTo>
                        <a:pt x="103255" y="2131374"/>
                        <a:pt x="103255" y="4260436"/>
                        <a:pt x="103255" y="639335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28" name="Freeform: Shape 27">
                  <a:extLst>
                    <a:ext uri="{FF2B5EF4-FFF2-40B4-BE49-F238E27FC236}">
                      <a16:creationId xmlns:a16="http://schemas.microsoft.com/office/drawing/2014/main" id="{BA25F615-E11E-4379-BA54-9819ACDC6FD8}"/>
                    </a:ext>
                  </a:extLst>
                </p:cNvPr>
                <p:cNvSpPr/>
                <p:nvPr/>
              </p:nvSpPr>
              <p:spPr>
                <a:xfrm>
                  <a:off x="6159871" y="2926127"/>
                  <a:ext cx="37550" cy="2397464"/>
                </a:xfrm>
                <a:custGeom>
                  <a:avLst/>
                  <a:gdLst>
                    <a:gd name="connsiteX0" fmla="*/ 0 w 100173"/>
                    <a:gd name="connsiteY0" fmla="*/ 6395663 h 6395662"/>
                    <a:gd name="connsiteX1" fmla="*/ 0 w 100173"/>
                    <a:gd name="connsiteY1" fmla="*/ 0 h 6395662"/>
                    <a:gd name="connsiteX2" fmla="*/ 52398 w 100173"/>
                    <a:gd name="connsiteY2" fmla="*/ 0 h 6395662"/>
                    <a:gd name="connsiteX3" fmla="*/ 103255 w 100173"/>
                    <a:gd name="connsiteY3" fmla="*/ 0 h 6395662"/>
                    <a:gd name="connsiteX4" fmla="*/ 103255 w 100173"/>
                    <a:gd name="connsiteY4" fmla="*/ 6395663 h 63956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00173" h="6395662">
                      <a:moveTo>
                        <a:pt x="0" y="6395663"/>
                      </a:moveTo>
                      <a:cubicBezTo>
                        <a:pt x="0" y="4265060"/>
                        <a:pt x="0" y="2135227"/>
                        <a:pt x="0" y="0"/>
                      </a:cubicBezTo>
                      <a:cubicBezTo>
                        <a:pt x="17723" y="0"/>
                        <a:pt x="34675" y="0"/>
                        <a:pt x="52398" y="0"/>
                      </a:cubicBezTo>
                      <a:cubicBezTo>
                        <a:pt x="68580" y="0"/>
                        <a:pt x="84762" y="0"/>
                        <a:pt x="103255" y="0"/>
                      </a:cubicBezTo>
                      <a:cubicBezTo>
                        <a:pt x="103255" y="2132915"/>
                        <a:pt x="103255" y="4261977"/>
                        <a:pt x="103255" y="6395663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29" name="Freeform: Shape 28">
                  <a:extLst>
                    <a:ext uri="{FF2B5EF4-FFF2-40B4-BE49-F238E27FC236}">
                      <a16:creationId xmlns:a16="http://schemas.microsoft.com/office/drawing/2014/main" id="{43767ECE-21FE-4B4C-89B1-0E19BEADDA56}"/>
                    </a:ext>
                  </a:extLst>
                </p:cNvPr>
                <p:cNvSpPr/>
                <p:nvPr/>
              </p:nvSpPr>
              <p:spPr>
                <a:xfrm>
                  <a:off x="6231712" y="2926127"/>
                  <a:ext cx="72212" cy="2394576"/>
                </a:xfrm>
                <a:custGeom>
                  <a:avLst/>
                  <a:gdLst>
                    <a:gd name="connsiteX0" fmla="*/ 0 w 192640"/>
                    <a:gd name="connsiteY0" fmla="*/ 6392581 h 6387957"/>
                    <a:gd name="connsiteX1" fmla="*/ 0 w 192640"/>
                    <a:gd name="connsiteY1" fmla="*/ 0 h 6387957"/>
                    <a:gd name="connsiteX2" fmla="*/ 198805 w 192640"/>
                    <a:gd name="connsiteY2" fmla="*/ 0 h 6387957"/>
                    <a:gd name="connsiteX3" fmla="*/ 198805 w 192640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2640" h="6387957">
                      <a:moveTo>
                        <a:pt x="0" y="6392581"/>
                      </a:moveTo>
                      <a:cubicBezTo>
                        <a:pt x="0" y="4261207"/>
                        <a:pt x="0" y="2132145"/>
                        <a:pt x="0" y="0"/>
                      </a:cubicBezTo>
                      <a:cubicBezTo>
                        <a:pt x="66268" y="0"/>
                        <a:pt x="131766" y="0"/>
                        <a:pt x="198805" y="0"/>
                      </a:cubicBezTo>
                      <a:cubicBezTo>
                        <a:pt x="198805" y="2131374"/>
                        <a:pt x="198805" y="4261207"/>
                        <a:pt x="19880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30" name="Freeform: Shape 29">
                  <a:extLst>
                    <a:ext uri="{FF2B5EF4-FFF2-40B4-BE49-F238E27FC236}">
                      <a16:creationId xmlns:a16="http://schemas.microsoft.com/office/drawing/2014/main" id="{E117A468-C0B3-46FD-8EC1-6AE134264BA0}"/>
                    </a:ext>
                  </a:extLst>
                </p:cNvPr>
                <p:cNvSpPr/>
                <p:nvPr/>
              </p:nvSpPr>
              <p:spPr>
                <a:xfrm>
                  <a:off x="6598401" y="2927282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258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2581"/>
                      </a:moveTo>
                      <a:cubicBezTo>
                        <a:pt x="0" y="4261207"/>
                        <a:pt x="0" y="2131374"/>
                        <a:pt x="0" y="0"/>
                      </a:cubicBezTo>
                      <a:cubicBezTo>
                        <a:pt x="34675" y="0"/>
                        <a:pt x="67809" y="0"/>
                        <a:pt x="103255" y="0"/>
                      </a:cubicBezTo>
                      <a:cubicBezTo>
                        <a:pt x="103255" y="2130603"/>
                        <a:pt x="103255" y="4260437"/>
                        <a:pt x="10325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31" name="Freeform: Shape 30">
                  <a:extLst>
                    <a:ext uri="{FF2B5EF4-FFF2-40B4-BE49-F238E27FC236}">
                      <a16:creationId xmlns:a16="http://schemas.microsoft.com/office/drawing/2014/main" id="{939B7FCC-CDDF-4A11-A2F1-C8F70FF2EEB4}"/>
                    </a:ext>
                  </a:extLst>
                </p:cNvPr>
                <p:cNvSpPr/>
                <p:nvPr/>
              </p:nvSpPr>
              <p:spPr>
                <a:xfrm>
                  <a:off x="6680669" y="2927282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258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2581"/>
                      </a:moveTo>
                      <a:cubicBezTo>
                        <a:pt x="0" y="4261978"/>
                        <a:pt x="0" y="2132145"/>
                        <a:pt x="0" y="0"/>
                      </a:cubicBezTo>
                      <a:cubicBezTo>
                        <a:pt x="33905" y="0"/>
                        <a:pt x="67810" y="0"/>
                        <a:pt x="103255" y="0"/>
                      </a:cubicBezTo>
                      <a:cubicBezTo>
                        <a:pt x="103255" y="2131374"/>
                        <a:pt x="103255" y="4260436"/>
                        <a:pt x="10325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32" name="Freeform: Shape 31">
                  <a:extLst>
                    <a:ext uri="{FF2B5EF4-FFF2-40B4-BE49-F238E27FC236}">
                      <a16:creationId xmlns:a16="http://schemas.microsoft.com/office/drawing/2014/main" id="{79A45683-A3FC-4243-9523-B723BBD003A1}"/>
                    </a:ext>
                  </a:extLst>
                </p:cNvPr>
                <p:cNvSpPr/>
                <p:nvPr/>
              </p:nvSpPr>
              <p:spPr>
                <a:xfrm>
                  <a:off x="6516134" y="2927282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181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181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1811"/>
                      </a:moveTo>
                      <a:cubicBezTo>
                        <a:pt x="0" y="4261978"/>
                        <a:pt x="0" y="2132145"/>
                        <a:pt x="0" y="0"/>
                      </a:cubicBezTo>
                      <a:cubicBezTo>
                        <a:pt x="33134" y="0"/>
                        <a:pt x="67039" y="0"/>
                        <a:pt x="103255" y="0"/>
                      </a:cubicBezTo>
                      <a:cubicBezTo>
                        <a:pt x="103255" y="2130603"/>
                        <a:pt x="103255" y="4260436"/>
                        <a:pt x="103255" y="639181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33" name="Freeform: Shape 32">
                  <a:extLst>
                    <a:ext uri="{FF2B5EF4-FFF2-40B4-BE49-F238E27FC236}">
                      <a16:creationId xmlns:a16="http://schemas.microsoft.com/office/drawing/2014/main" id="{B40B3F0D-8DF8-4702-99BD-23B1475CD452}"/>
                    </a:ext>
                  </a:extLst>
                </p:cNvPr>
                <p:cNvSpPr/>
                <p:nvPr/>
              </p:nvSpPr>
              <p:spPr>
                <a:xfrm>
                  <a:off x="6399205" y="2927282"/>
                  <a:ext cx="72212" cy="2394576"/>
                </a:xfrm>
                <a:custGeom>
                  <a:avLst/>
                  <a:gdLst>
                    <a:gd name="connsiteX0" fmla="*/ 0 w 192640"/>
                    <a:gd name="connsiteY0" fmla="*/ 6392581 h 6387957"/>
                    <a:gd name="connsiteX1" fmla="*/ 0 w 192640"/>
                    <a:gd name="connsiteY1" fmla="*/ 0 h 6387957"/>
                    <a:gd name="connsiteX2" fmla="*/ 198805 w 192640"/>
                    <a:gd name="connsiteY2" fmla="*/ 0 h 6387957"/>
                    <a:gd name="connsiteX3" fmla="*/ 198805 w 192640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2640" h="6387957">
                      <a:moveTo>
                        <a:pt x="0" y="6392581"/>
                      </a:moveTo>
                      <a:cubicBezTo>
                        <a:pt x="0" y="4261207"/>
                        <a:pt x="0" y="2132145"/>
                        <a:pt x="0" y="0"/>
                      </a:cubicBezTo>
                      <a:cubicBezTo>
                        <a:pt x="66268" y="0"/>
                        <a:pt x="131766" y="0"/>
                        <a:pt x="198805" y="0"/>
                      </a:cubicBezTo>
                      <a:cubicBezTo>
                        <a:pt x="198805" y="2131374"/>
                        <a:pt x="198805" y="4261207"/>
                        <a:pt x="19880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34" name="Freeform: Shape 33">
                  <a:extLst>
                    <a:ext uri="{FF2B5EF4-FFF2-40B4-BE49-F238E27FC236}">
                      <a16:creationId xmlns:a16="http://schemas.microsoft.com/office/drawing/2014/main" id="{0B972A39-D5F1-4DBE-B2F6-AA9010526F16}"/>
                    </a:ext>
                  </a:extLst>
                </p:cNvPr>
                <p:cNvSpPr/>
                <p:nvPr/>
              </p:nvSpPr>
              <p:spPr>
                <a:xfrm>
                  <a:off x="5237391" y="2926127"/>
                  <a:ext cx="144425" cy="2394576"/>
                </a:xfrm>
                <a:custGeom>
                  <a:avLst/>
                  <a:gdLst>
                    <a:gd name="connsiteX0" fmla="*/ 0 w 385280"/>
                    <a:gd name="connsiteY0" fmla="*/ 6393351 h 6387957"/>
                    <a:gd name="connsiteX1" fmla="*/ 0 w 385280"/>
                    <a:gd name="connsiteY1" fmla="*/ 0 h 6387957"/>
                    <a:gd name="connsiteX2" fmla="*/ 387593 w 385280"/>
                    <a:gd name="connsiteY2" fmla="*/ 0 h 6387957"/>
                    <a:gd name="connsiteX3" fmla="*/ 387593 w 385280"/>
                    <a:gd name="connsiteY3" fmla="*/ 639335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85280" h="6387957">
                      <a:moveTo>
                        <a:pt x="0" y="6393351"/>
                      </a:moveTo>
                      <a:cubicBezTo>
                        <a:pt x="0" y="4262748"/>
                        <a:pt x="0" y="2132145"/>
                        <a:pt x="0" y="0"/>
                      </a:cubicBezTo>
                      <a:cubicBezTo>
                        <a:pt x="128684" y="0"/>
                        <a:pt x="256597" y="0"/>
                        <a:pt x="387593" y="0"/>
                      </a:cubicBezTo>
                      <a:cubicBezTo>
                        <a:pt x="387593" y="2130603"/>
                        <a:pt x="387593" y="4261207"/>
                        <a:pt x="387593" y="639335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35" name="Freeform: Shape 34">
                  <a:extLst>
                    <a:ext uri="{FF2B5EF4-FFF2-40B4-BE49-F238E27FC236}">
                      <a16:creationId xmlns:a16="http://schemas.microsoft.com/office/drawing/2014/main" id="{C6F21A28-C5C3-423E-816C-EFF154B420AF}"/>
                    </a:ext>
                  </a:extLst>
                </p:cNvPr>
                <p:cNvSpPr/>
                <p:nvPr/>
              </p:nvSpPr>
              <p:spPr>
                <a:xfrm>
                  <a:off x="5123269" y="2926994"/>
                  <a:ext cx="72212" cy="2394576"/>
                </a:xfrm>
                <a:custGeom>
                  <a:avLst/>
                  <a:gdLst>
                    <a:gd name="connsiteX0" fmla="*/ 0 w 192640"/>
                    <a:gd name="connsiteY0" fmla="*/ 6392581 h 6387957"/>
                    <a:gd name="connsiteX1" fmla="*/ 0 w 192640"/>
                    <a:gd name="connsiteY1" fmla="*/ 0 h 6387957"/>
                    <a:gd name="connsiteX2" fmla="*/ 198805 w 192640"/>
                    <a:gd name="connsiteY2" fmla="*/ 0 h 6387957"/>
                    <a:gd name="connsiteX3" fmla="*/ 198805 w 192640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2640" h="6387957">
                      <a:moveTo>
                        <a:pt x="0" y="6392581"/>
                      </a:moveTo>
                      <a:cubicBezTo>
                        <a:pt x="0" y="4261207"/>
                        <a:pt x="0" y="2132145"/>
                        <a:pt x="0" y="0"/>
                      </a:cubicBezTo>
                      <a:cubicBezTo>
                        <a:pt x="67039" y="0"/>
                        <a:pt x="131766" y="0"/>
                        <a:pt x="198805" y="0"/>
                      </a:cubicBezTo>
                      <a:cubicBezTo>
                        <a:pt x="198805" y="2130603"/>
                        <a:pt x="198805" y="4259666"/>
                        <a:pt x="19880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36" name="Freeform: Shape 35">
                  <a:extLst>
                    <a:ext uri="{FF2B5EF4-FFF2-40B4-BE49-F238E27FC236}">
                      <a16:creationId xmlns:a16="http://schemas.microsoft.com/office/drawing/2014/main" id="{CD2D5180-3504-4AF5-A04B-07F487071B22}"/>
                    </a:ext>
                  </a:extLst>
                </p:cNvPr>
                <p:cNvSpPr/>
                <p:nvPr/>
              </p:nvSpPr>
              <p:spPr>
                <a:xfrm>
                  <a:off x="5611343" y="2927282"/>
                  <a:ext cx="72212" cy="2394576"/>
                </a:xfrm>
                <a:custGeom>
                  <a:avLst/>
                  <a:gdLst>
                    <a:gd name="connsiteX0" fmla="*/ 0 w 192640"/>
                    <a:gd name="connsiteY0" fmla="*/ 6392581 h 6387957"/>
                    <a:gd name="connsiteX1" fmla="*/ 0 w 192640"/>
                    <a:gd name="connsiteY1" fmla="*/ 0 h 6387957"/>
                    <a:gd name="connsiteX2" fmla="*/ 198805 w 192640"/>
                    <a:gd name="connsiteY2" fmla="*/ 0 h 6387957"/>
                    <a:gd name="connsiteX3" fmla="*/ 198805 w 192640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2640" h="6387957">
                      <a:moveTo>
                        <a:pt x="0" y="6392581"/>
                      </a:moveTo>
                      <a:cubicBezTo>
                        <a:pt x="0" y="4261207"/>
                        <a:pt x="0" y="2132145"/>
                        <a:pt x="0" y="0"/>
                      </a:cubicBezTo>
                      <a:cubicBezTo>
                        <a:pt x="66268" y="0"/>
                        <a:pt x="131766" y="0"/>
                        <a:pt x="198805" y="0"/>
                      </a:cubicBezTo>
                      <a:cubicBezTo>
                        <a:pt x="198805" y="2131374"/>
                        <a:pt x="198805" y="4261207"/>
                        <a:pt x="19880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37" name="Freeform: Shape 36">
                  <a:extLst>
                    <a:ext uri="{FF2B5EF4-FFF2-40B4-BE49-F238E27FC236}">
                      <a16:creationId xmlns:a16="http://schemas.microsoft.com/office/drawing/2014/main" id="{6078D920-7771-4459-9280-C4992F522CBA}"/>
                    </a:ext>
                  </a:extLst>
                </p:cNvPr>
                <p:cNvSpPr/>
                <p:nvPr/>
              </p:nvSpPr>
              <p:spPr>
                <a:xfrm>
                  <a:off x="5407259" y="2926994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258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2581"/>
                      </a:moveTo>
                      <a:cubicBezTo>
                        <a:pt x="0" y="4261978"/>
                        <a:pt x="0" y="2132145"/>
                        <a:pt x="0" y="0"/>
                      </a:cubicBezTo>
                      <a:cubicBezTo>
                        <a:pt x="34675" y="0"/>
                        <a:pt x="67810" y="0"/>
                        <a:pt x="103255" y="0"/>
                      </a:cubicBezTo>
                      <a:cubicBezTo>
                        <a:pt x="103255" y="2130603"/>
                        <a:pt x="103255" y="4259666"/>
                        <a:pt x="10325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38" name="Freeform: Shape 37">
                  <a:extLst>
                    <a:ext uri="{FF2B5EF4-FFF2-40B4-BE49-F238E27FC236}">
                      <a16:creationId xmlns:a16="http://schemas.microsoft.com/office/drawing/2014/main" id="{C3F5AF82-D5F9-4252-B824-36671DB16639}"/>
                    </a:ext>
                  </a:extLst>
                </p:cNvPr>
                <p:cNvSpPr/>
                <p:nvPr/>
              </p:nvSpPr>
              <p:spPr>
                <a:xfrm>
                  <a:off x="5470252" y="2926994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258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2581"/>
                      </a:moveTo>
                      <a:cubicBezTo>
                        <a:pt x="0" y="4261978"/>
                        <a:pt x="0" y="2132145"/>
                        <a:pt x="0" y="0"/>
                      </a:cubicBezTo>
                      <a:cubicBezTo>
                        <a:pt x="34675" y="0"/>
                        <a:pt x="67809" y="0"/>
                        <a:pt x="103255" y="0"/>
                      </a:cubicBezTo>
                      <a:cubicBezTo>
                        <a:pt x="103255" y="2130603"/>
                        <a:pt x="103255" y="4259666"/>
                        <a:pt x="10325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39" name="Freeform: Shape 38">
                  <a:extLst>
                    <a:ext uri="{FF2B5EF4-FFF2-40B4-BE49-F238E27FC236}">
                      <a16:creationId xmlns:a16="http://schemas.microsoft.com/office/drawing/2014/main" id="{608790BC-CF74-4127-A790-27CC4E8D7766}"/>
                    </a:ext>
                  </a:extLst>
                </p:cNvPr>
                <p:cNvSpPr/>
                <p:nvPr/>
              </p:nvSpPr>
              <p:spPr>
                <a:xfrm>
                  <a:off x="5533244" y="2926127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258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2581"/>
                      </a:moveTo>
                      <a:cubicBezTo>
                        <a:pt x="0" y="4261978"/>
                        <a:pt x="0" y="2132145"/>
                        <a:pt x="0" y="0"/>
                      </a:cubicBezTo>
                      <a:cubicBezTo>
                        <a:pt x="34675" y="0"/>
                        <a:pt x="67809" y="0"/>
                        <a:pt x="103255" y="0"/>
                      </a:cubicBezTo>
                      <a:cubicBezTo>
                        <a:pt x="103255" y="2130603"/>
                        <a:pt x="103255" y="4259666"/>
                        <a:pt x="10325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</p:grpSp>
        </p:grp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79445F8C-1794-4081-97F9-DDCDE8889481}"/>
                </a:ext>
              </a:extLst>
            </p:cNvPr>
            <p:cNvGrpSpPr/>
            <p:nvPr/>
          </p:nvGrpSpPr>
          <p:grpSpPr>
            <a:xfrm>
              <a:off x="166248" y="6490548"/>
              <a:ext cx="4247655" cy="273466"/>
              <a:chOff x="4366684" y="2926127"/>
              <a:chExt cx="3278335" cy="2571063"/>
            </a:xfrm>
          </p:grpSpPr>
          <p:sp>
            <p:nvSpPr>
              <p:cNvPr id="41" name="Freeform: Shape 4">
                <a:extLst>
                  <a:ext uri="{FF2B5EF4-FFF2-40B4-BE49-F238E27FC236}">
                    <a16:creationId xmlns:a16="http://schemas.microsoft.com/office/drawing/2014/main" id="{74D575C7-16A7-4D8B-BCCC-3A2CC2EAF554}"/>
                  </a:ext>
                </a:extLst>
              </p:cNvPr>
              <p:cNvSpPr/>
              <p:nvPr/>
            </p:nvSpPr>
            <p:spPr>
              <a:xfrm>
                <a:off x="4744501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3351 h 6387957"/>
                  <a:gd name="connsiteX1" fmla="*/ 0 w 192640"/>
                  <a:gd name="connsiteY1" fmla="*/ 0 h 6387957"/>
                  <a:gd name="connsiteX2" fmla="*/ 198034 w 192640"/>
                  <a:gd name="connsiteY2" fmla="*/ 0 h 6387957"/>
                  <a:gd name="connsiteX3" fmla="*/ 198034 w 19264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solidFill>
                <a:schemeClr val="accent5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42" name="Freeform: Shape 5">
                <a:extLst>
                  <a:ext uri="{FF2B5EF4-FFF2-40B4-BE49-F238E27FC236}">
                    <a16:creationId xmlns:a16="http://schemas.microsoft.com/office/drawing/2014/main" id="{F6284352-7A7E-48DA-8B26-7B51CCB5A721}"/>
                  </a:ext>
                </a:extLst>
              </p:cNvPr>
              <p:cNvSpPr/>
              <p:nvPr/>
            </p:nvSpPr>
            <p:spPr>
              <a:xfrm>
                <a:off x="467662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chemeClr val="accent5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43" name="Freeform: Shape 6">
                <a:extLst>
                  <a:ext uri="{FF2B5EF4-FFF2-40B4-BE49-F238E27FC236}">
                    <a16:creationId xmlns:a16="http://schemas.microsoft.com/office/drawing/2014/main" id="{8AB1A5A0-486E-4510-BCA8-845A3DA94D58}"/>
                  </a:ext>
                </a:extLst>
              </p:cNvPr>
              <p:cNvSpPr/>
              <p:nvPr/>
            </p:nvSpPr>
            <p:spPr>
              <a:xfrm>
                <a:off x="5706626" y="2927282"/>
                <a:ext cx="109764" cy="2394576"/>
              </a:xfrm>
              <a:custGeom>
                <a:avLst/>
                <a:gdLst>
                  <a:gd name="connsiteX0" fmla="*/ 0 w 292813"/>
                  <a:gd name="connsiteY0" fmla="*/ 639258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97091" y="0"/>
                      <a:pt x="194952" y="0"/>
                      <a:pt x="295125" y="0"/>
                    </a:cubicBezTo>
                    <a:cubicBezTo>
                      <a:pt x="295125" y="2130603"/>
                      <a:pt x="295125" y="4259666"/>
                      <a:pt x="295125" y="6392581"/>
                    </a:cubicBezTo>
                  </a:path>
                </a:pathLst>
              </a:custGeom>
              <a:solidFill>
                <a:schemeClr val="accent2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44" name="Freeform: Shape 7">
                <a:extLst>
                  <a:ext uri="{FF2B5EF4-FFF2-40B4-BE49-F238E27FC236}">
                    <a16:creationId xmlns:a16="http://schemas.microsoft.com/office/drawing/2014/main" id="{D81590AB-AD28-44BD-8461-22FE3E26E6E0}"/>
                  </a:ext>
                </a:extLst>
              </p:cNvPr>
              <p:cNvSpPr/>
              <p:nvPr/>
            </p:nvSpPr>
            <p:spPr>
              <a:xfrm>
                <a:off x="5022376" y="2926994"/>
                <a:ext cx="75101" cy="2394576"/>
              </a:xfrm>
              <a:custGeom>
                <a:avLst/>
                <a:gdLst>
                  <a:gd name="connsiteX0" fmla="*/ 0 w 200346"/>
                  <a:gd name="connsiteY0" fmla="*/ 6392581 h 6387957"/>
                  <a:gd name="connsiteX1" fmla="*/ 0 w 200346"/>
                  <a:gd name="connsiteY1" fmla="*/ 0 h 6387957"/>
                  <a:gd name="connsiteX2" fmla="*/ 201117 w 200346"/>
                  <a:gd name="connsiteY2" fmla="*/ 0 h 6387957"/>
                  <a:gd name="connsiteX3" fmla="*/ 201117 w 200346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0346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3307" y="0"/>
                      <a:pt x="201117" y="0"/>
                    </a:cubicBezTo>
                    <a:cubicBezTo>
                      <a:pt x="201117" y="2131374"/>
                      <a:pt x="201117" y="4260437"/>
                      <a:pt x="201117" y="6392581"/>
                    </a:cubicBezTo>
                  </a:path>
                </a:pathLst>
              </a:custGeom>
              <a:solidFill>
                <a:schemeClr val="accent4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45" name="Freeform: Shape 8">
                <a:extLst>
                  <a:ext uri="{FF2B5EF4-FFF2-40B4-BE49-F238E27FC236}">
                    <a16:creationId xmlns:a16="http://schemas.microsoft.com/office/drawing/2014/main" id="{C3640730-A67E-4C43-A7C2-B4C32BF965C4}"/>
                  </a:ext>
                </a:extLst>
              </p:cNvPr>
              <p:cNvSpPr/>
              <p:nvPr/>
            </p:nvSpPr>
            <p:spPr>
              <a:xfrm>
                <a:off x="4877829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60437"/>
                      <a:pt x="198805" y="6392581"/>
                    </a:cubicBezTo>
                  </a:path>
                </a:pathLst>
              </a:custGeom>
              <a:solidFill>
                <a:schemeClr val="accent4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46" name="Freeform: Shape 9">
                <a:extLst>
                  <a:ext uri="{FF2B5EF4-FFF2-40B4-BE49-F238E27FC236}">
                    <a16:creationId xmlns:a16="http://schemas.microsoft.com/office/drawing/2014/main" id="{8F91D3B5-0631-4E10-8E8F-A90BDB6CEF8C}"/>
                  </a:ext>
                </a:extLst>
              </p:cNvPr>
              <p:cNvSpPr/>
              <p:nvPr/>
            </p:nvSpPr>
            <p:spPr>
              <a:xfrm>
                <a:off x="4559765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3351 h 6387957"/>
                  <a:gd name="connsiteX1" fmla="*/ 0 w 192640"/>
                  <a:gd name="connsiteY1" fmla="*/ 0 h 6387957"/>
                  <a:gd name="connsiteX2" fmla="*/ 198034 w 192640"/>
                  <a:gd name="connsiteY2" fmla="*/ 0 h 6387957"/>
                  <a:gd name="connsiteX3" fmla="*/ 198034 w 19264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solidFill>
                <a:schemeClr val="accent6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47" name="Freeform: Shape 10">
                <a:extLst>
                  <a:ext uri="{FF2B5EF4-FFF2-40B4-BE49-F238E27FC236}">
                    <a16:creationId xmlns:a16="http://schemas.microsoft.com/office/drawing/2014/main" id="{9833ED5E-247A-4AFE-956E-D90EE783EDB3}"/>
                  </a:ext>
                </a:extLst>
              </p:cNvPr>
              <p:cNvSpPr/>
              <p:nvPr/>
            </p:nvSpPr>
            <p:spPr>
              <a:xfrm>
                <a:off x="4433987" y="2926705"/>
                <a:ext cx="37550" cy="2567886"/>
              </a:xfrm>
              <a:custGeom>
                <a:avLst/>
                <a:gdLst>
                  <a:gd name="connsiteX0" fmla="*/ 0 w 100173"/>
                  <a:gd name="connsiteY0" fmla="*/ 685491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4716"/>
                      <a:pt x="103255" y="4567891"/>
                      <a:pt x="103255" y="6854918"/>
                    </a:cubicBezTo>
                  </a:path>
                </a:pathLst>
              </a:custGeom>
              <a:solidFill>
                <a:schemeClr val="accent6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48" name="Freeform: Shape 11">
                <a:extLst>
                  <a:ext uri="{FF2B5EF4-FFF2-40B4-BE49-F238E27FC236}">
                    <a16:creationId xmlns:a16="http://schemas.microsoft.com/office/drawing/2014/main" id="{E5EC525C-3908-4545-B9F0-C982F2420877}"/>
                  </a:ext>
                </a:extLst>
              </p:cNvPr>
              <p:cNvSpPr/>
              <p:nvPr/>
            </p:nvSpPr>
            <p:spPr>
              <a:xfrm>
                <a:off x="4366684" y="2927282"/>
                <a:ext cx="37550" cy="2567886"/>
              </a:xfrm>
              <a:custGeom>
                <a:avLst/>
                <a:gdLst>
                  <a:gd name="connsiteX0" fmla="*/ 0 w 100173"/>
                  <a:gd name="connsiteY0" fmla="*/ 685414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148"/>
                    </a:moveTo>
                    <a:cubicBezTo>
                      <a:pt x="0" y="4569432"/>
                      <a:pt x="0" y="2286257"/>
                      <a:pt x="0" y="0"/>
                    </a:cubicBezTo>
                    <a:cubicBezTo>
                      <a:pt x="33905" y="0"/>
                      <a:pt x="67809" y="0"/>
                      <a:pt x="103255" y="0"/>
                    </a:cubicBezTo>
                    <a:cubicBezTo>
                      <a:pt x="103255" y="2285486"/>
                      <a:pt x="103255" y="4568661"/>
                      <a:pt x="103255" y="6854918"/>
                    </a:cubicBezTo>
                  </a:path>
                </a:pathLst>
              </a:custGeom>
              <a:solidFill>
                <a:schemeClr val="accent6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49" name="Freeform: Shape 12">
                <a:extLst>
                  <a:ext uri="{FF2B5EF4-FFF2-40B4-BE49-F238E27FC236}">
                    <a16:creationId xmlns:a16="http://schemas.microsoft.com/office/drawing/2014/main" id="{09C432BF-83BF-44C7-8A68-9B35111165C4}"/>
                  </a:ext>
                </a:extLst>
              </p:cNvPr>
              <p:cNvSpPr/>
              <p:nvPr/>
            </p:nvSpPr>
            <p:spPr>
              <a:xfrm>
                <a:off x="5957386" y="2926705"/>
                <a:ext cx="37550" cy="2567886"/>
              </a:xfrm>
              <a:custGeom>
                <a:avLst/>
                <a:gdLst>
                  <a:gd name="connsiteX0" fmla="*/ 0 w 100173"/>
                  <a:gd name="connsiteY0" fmla="*/ 685491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3945"/>
                      <a:pt x="103255" y="4567891"/>
                      <a:pt x="103255" y="6854918"/>
                    </a:cubicBezTo>
                  </a:path>
                </a:pathLst>
              </a:custGeom>
              <a:solidFill>
                <a:schemeClr val="accent6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50" name="Freeform: Shape 13">
                <a:extLst>
                  <a:ext uri="{FF2B5EF4-FFF2-40B4-BE49-F238E27FC236}">
                    <a16:creationId xmlns:a16="http://schemas.microsoft.com/office/drawing/2014/main" id="{4D5F14F6-BD9C-4471-B822-35693E0ECCEE}"/>
                  </a:ext>
                </a:extLst>
              </p:cNvPr>
              <p:cNvSpPr/>
              <p:nvPr/>
            </p:nvSpPr>
            <p:spPr>
              <a:xfrm>
                <a:off x="6024689" y="2926127"/>
                <a:ext cx="37550" cy="2567886"/>
              </a:xfrm>
              <a:custGeom>
                <a:avLst/>
                <a:gdLst>
                  <a:gd name="connsiteX0" fmla="*/ 0 w 100173"/>
                  <a:gd name="connsiteY0" fmla="*/ 6857230 h 6850294"/>
                  <a:gd name="connsiteX1" fmla="*/ 0 w 100173"/>
                  <a:gd name="connsiteY1" fmla="*/ 0 h 6850294"/>
                  <a:gd name="connsiteX2" fmla="*/ 52398 w 100173"/>
                  <a:gd name="connsiteY2" fmla="*/ 0 h 6850294"/>
                  <a:gd name="connsiteX3" fmla="*/ 103255 w 100173"/>
                  <a:gd name="connsiteY3" fmla="*/ 0 h 6850294"/>
                  <a:gd name="connsiteX4" fmla="*/ 103255 w 100173"/>
                  <a:gd name="connsiteY4" fmla="*/ 6857230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173" h="6850294">
                    <a:moveTo>
                      <a:pt x="0" y="6857230"/>
                    </a:moveTo>
                    <a:cubicBezTo>
                      <a:pt x="0" y="4572514"/>
                      <a:pt x="0" y="2288569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287798"/>
                      <a:pt x="103255" y="4571743"/>
                      <a:pt x="103255" y="6857230"/>
                    </a:cubicBezTo>
                  </a:path>
                </a:pathLst>
              </a:custGeom>
              <a:solidFill>
                <a:schemeClr val="accent6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51" name="Freeform: Shape 14">
                <a:extLst>
                  <a:ext uri="{FF2B5EF4-FFF2-40B4-BE49-F238E27FC236}">
                    <a16:creationId xmlns:a16="http://schemas.microsoft.com/office/drawing/2014/main" id="{35B6ED53-E8E4-4DE2-BE76-D07542427D91}"/>
                  </a:ext>
                </a:extLst>
              </p:cNvPr>
              <p:cNvSpPr/>
              <p:nvPr/>
            </p:nvSpPr>
            <p:spPr>
              <a:xfrm>
                <a:off x="5890084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1714 w 100173"/>
                  <a:gd name="connsiteY2" fmla="*/ 0 h 6387957"/>
                  <a:gd name="connsiteX3" fmla="*/ 101714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33904" y="0"/>
                      <a:pt x="67039" y="0"/>
                      <a:pt x="101714" y="0"/>
                    </a:cubicBezTo>
                    <a:cubicBezTo>
                      <a:pt x="101714" y="2130603"/>
                      <a:pt x="101714" y="4260437"/>
                      <a:pt x="101714" y="6392581"/>
                    </a:cubicBezTo>
                  </a:path>
                </a:pathLst>
              </a:custGeom>
              <a:solidFill>
                <a:schemeClr val="accent6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52" name="Freeform: Shape 15">
                <a:extLst>
                  <a:ext uri="{FF2B5EF4-FFF2-40B4-BE49-F238E27FC236}">
                    <a16:creationId xmlns:a16="http://schemas.microsoft.com/office/drawing/2014/main" id="{A8A97A24-DC2C-49EC-B707-A0A7A527B0A9}"/>
                  </a:ext>
                </a:extLst>
              </p:cNvPr>
              <p:cNvSpPr/>
              <p:nvPr/>
            </p:nvSpPr>
            <p:spPr>
              <a:xfrm>
                <a:off x="609199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335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3351"/>
                    </a:moveTo>
                    <a:cubicBezTo>
                      <a:pt x="0" y="4261978"/>
                      <a:pt x="0" y="213291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1374"/>
                      <a:pt x="103255" y="4261207"/>
                      <a:pt x="103255" y="6393351"/>
                    </a:cubicBezTo>
                  </a:path>
                </a:pathLst>
              </a:custGeom>
              <a:solidFill>
                <a:schemeClr val="accent6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53" name="Freeform: Shape 16">
                <a:extLst>
                  <a:ext uri="{FF2B5EF4-FFF2-40B4-BE49-F238E27FC236}">
                    <a16:creationId xmlns:a16="http://schemas.microsoft.com/office/drawing/2014/main" id="{4ED0FC69-47AA-4FC9-8D08-3147EA5A1734}"/>
                  </a:ext>
                </a:extLst>
              </p:cNvPr>
              <p:cNvSpPr/>
              <p:nvPr/>
            </p:nvSpPr>
            <p:spPr>
              <a:xfrm>
                <a:off x="7139759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chemeClr val="accent2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54" name="Freeform: Shape 17">
                <a:extLst>
                  <a:ext uri="{FF2B5EF4-FFF2-40B4-BE49-F238E27FC236}">
                    <a16:creationId xmlns:a16="http://schemas.microsoft.com/office/drawing/2014/main" id="{2757EAE5-8C6A-452C-9A4B-7A71BBF68BB8}"/>
                  </a:ext>
                </a:extLst>
              </p:cNvPr>
              <p:cNvSpPr/>
              <p:nvPr/>
            </p:nvSpPr>
            <p:spPr>
              <a:xfrm>
                <a:off x="7280788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chemeClr val="accent2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55" name="Freeform: Shape 18">
                <a:extLst>
                  <a:ext uri="{FF2B5EF4-FFF2-40B4-BE49-F238E27FC236}">
                    <a16:creationId xmlns:a16="http://schemas.microsoft.com/office/drawing/2014/main" id="{9A398514-6CBA-493F-8416-AE84CB3E34D9}"/>
                  </a:ext>
                </a:extLst>
              </p:cNvPr>
              <p:cNvSpPr/>
              <p:nvPr/>
            </p:nvSpPr>
            <p:spPr>
              <a:xfrm>
                <a:off x="7349773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99402" y="0"/>
                      <a:pt x="195722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chemeClr val="accent1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56" name="Freeform: Shape 19">
                <a:extLst>
                  <a:ext uri="{FF2B5EF4-FFF2-40B4-BE49-F238E27FC236}">
                    <a16:creationId xmlns:a16="http://schemas.microsoft.com/office/drawing/2014/main" id="{248BDF24-2CD8-4F98-A671-38A09AFC3B84}"/>
                  </a:ext>
                </a:extLst>
              </p:cNvPr>
              <p:cNvSpPr/>
              <p:nvPr/>
            </p:nvSpPr>
            <p:spPr>
              <a:xfrm>
                <a:off x="7548511" y="2927282"/>
                <a:ext cx="41911" cy="2569908"/>
              </a:xfrm>
              <a:custGeom>
                <a:avLst/>
                <a:gdLst>
                  <a:gd name="connsiteX0" fmla="*/ 0 w 115584"/>
                  <a:gd name="connsiteY0" fmla="*/ 6753975 h 6850294"/>
                  <a:gd name="connsiteX1" fmla="*/ 13099 w 115584"/>
                  <a:gd name="connsiteY1" fmla="*/ 0 h 6850294"/>
                  <a:gd name="connsiteX2" fmla="*/ 118666 w 115584"/>
                  <a:gd name="connsiteY2" fmla="*/ 0 h 6850294"/>
                  <a:gd name="connsiteX3" fmla="*/ 118666 w 115584"/>
                  <a:gd name="connsiteY3" fmla="*/ 6855688 h 6850294"/>
                  <a:gd name="connsiteX0" fmla="*/ 0 w 111805"/>
                  <a:gd name="connsiteY0" fmla="*/ 6836322 h 6855688"/>
                  <a:gd name="connsiteX1" fmla="*/ 6237 w 111805"/>
                  <a:gd name="connsiteY1" fmla="*/ 0 h 6855688"/>
                  <a:gd name="connsiteX2" fmla="*/ 111804 w 111805"/>
                  <a:gd name="connsiteY2" fmla="*/ 0 h 6855688"/>
                  <a:gd name="connsiteX3" fmla="*/ 111804 w 111805"/>
                  <a:gd name="connsiteY3" fmla="*/ 6855688 h 6855688"/>
                  <a:gd name="connsiteX0" fmla="*/ 0 w 111804"/>
                  <a:gd name="connsiteY0" fmla="*/ 6853478 h 6855688"/>
                  <a:gd name="connsiteX1" fmla="*/ 6237 w 111804"/>
                  <a:gd name="connsiteY1" fmla="*/ 0 h 6855688"/>
                  <a:gd name="connsiteX2" fmla="*/ 111804 w 111804"/>
                  <a:gd name="connsiteY2" fmla="*/ 0 h 6855688"/>
                  <a:gd name="connsiteX3" fmla="*/ 111804 w 111804"/>
                  <a:gd name="connsiteY3" fmla="*/ 6855688 h 68556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1804" h="6855688">
                    <a:moveTo>
                      <a:pt x="0" y="6853478"/>
                    </a:moveTo>
                    <a:cubicBezTo>
                      <a:pt x="14640" y="4603437"/>
                      <a:pt x="3155" y="2253123"/>
                      <a:pt x="6237" y="0"/>
                    </a:cubicBezTo>
                    <a:lnTo>
                      <a:pt x="111804" y="0"/>
                    </a:lnTo>
                    <a:lnTo>
                      <a:pt x="111804" y="6855688"/>
                    </a:lnTo>
                  </a:path>
                </a:pathLst>
              </a:custGeom>
              <a:solidFill>
                <a:schemeClr val="accent1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57" name="Freeform: Shape 20">
                <a:extLst>
                  <a:ext uri="{FF2B5EF4-FFF2-40B4-BE49-F238E27FC236}">
                    <a16:creationId xmlns:a16="http://schemas.microsoft.com/office/drawing/2014/main" id="{7984C3E4-7628-40C8-85CA-E19FCBCEF3F1}"/>
                  </a:ext>
                </a:extLst>
              </p:cNvPr>
              <p:cNvSpPr/>
              <p:nvPr/>
            </p:nvSpPr>
            <p:spPr>
              <a:xfrm>
                <a:off x="7485249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chemeClr val="accent1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58" name="Freeform: Shape 21">
                <a:extLst>
                  <a:ext uri="{FF2B5EF4-FFF2-40B4-BE49-F238E27FC236}">
                    <a16:creationId xmlns:a16="http://schemas.microsoft.com/office/drawing/2014/main" id="{8C53762C-C9DB-488B-A6C3-D2EF997D4824}"/>
                  </a:ext>
                </a:extLst>
              </p:cNvPr>
              <p:cNvSpPr/>
              <p:nvPr/>
            </p:nvSpPr>
            <p:spPr>
              <a:xfrm>
                <a:off x="7616134" y="2926994"/>
                <a:ext cx="28885" cy="2567886"/>
              </a:xfrm>
              <a:custGeom>
                <a:avLst/>
                <a:gdLst>
                  <a:gd name="connsiteX0" fmla="*/ 0 w 77056"/>
                  <a:gd name="connsiteY0" fmla="*/ 6854918 h 6850294"/>
                  <a:gd name="connsiteX1" fmla="*/ 0 w 77056"/>
                  <a:gd name="connsiteY1" fmla="*/ 0 h 6850294"/>
                  <a:gd name="connsiteX2" fmla="*/ 78597 w 77056"/>
                  <a:gd name="connsiteY2" fmla="*/ 0 h 6850294"/>
                  <a:gd name="connsiteX3" fmla="*/ 78597 w 77056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056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25428" y="0"/>
                      <a:pt x="50087" y="0"/>
                      <a:pt x="78597" y="0"/>
                    </a:cubicBezTo>
                    <a:cubicBezTo>
                      <a:pt x="78597" y="2283175"/>
                      <a:pt x="78597" y="4566350"/>
                      <a:pt x="78597" y="6854918"/>
                    </a:cubicBezTo>
                  </a:path>
                </a:pathLst>
              </a:custGeom>
              <a:solidFill>
                <a:schemeClr val="accent1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59" name="Freeform: Shape 22">
                <a:extLst>
                  <a:ext uri="{FF2B5EF4-FFF2-40B4-BE49-F238E27FC236}">
                    <a16:creationId xmlns:a16="http://schemas.microsoft.com/office/drawing/2014/main" id="{1A8ED041-2586-48E4-ACBE-6C2ED338E966}"/>
                  </a:ext>
                </a:extLst>
              </p:cNvPr>
              <p:cNvSpPr/>
              <p:nvPr/>
            </p:nvSpPr>
            <p:spPr>
              <a:xfrm>
                <a:off x="6838507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chemeClr val="accent3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60" name="Freeform: Shape 23">
                <a:extLst>
                  <a:ext uri="{FF2B5EF4-FFF2-40B4-BE49-F238E27FC236}">
                    <a16:creationId xmlns:a16="http://schemas.microsoft.com/office/drawing/2014/main" id="{E2E2C08D-AFC1-4D38-B19D-ECAA791E7E03}"/>
                  </a:ext>
                </a:extLst>
              </p:cNvPr>
              <p:cNvSpPr/>
              <p:nvPr/>
            </p:nvSpPr>
            <p:spPr>
              <a:xfrm>
                <a:off x="698099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solidFill>
                <a:schemeClr val="accent3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61" name="Freeform: Shape 24">
                <a:extLst>
                  <a:ext uri="{FF2B5EF4-FFF2-40B4-BE49-F238E27FC236}">
                    <a16:creationId xmlns:a16="http://schemas.microsoft.com/office/drawing/2014/main" id="{53B015E2-EB41-454F-B249-A3924B2C56A7}"/>
                  </a:ext>
                </a:extLst>
              </p:cNvPr>
              <p:cNvSpPr/>
              <p:nvPr/>
            </p:nvSpPr>
            <p:spPr>
              <a:xfrm>
                <a:off x="706505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solidFill>
                <a:schemeClr val="accent3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62" name="Freeform: Shape 25">
                <a:extLst>
                  <a:ext uri="{FF2B5EF4-FFF2-40B4-BE49-F238E27FC236}">
                    <a16:creationId xmlns:a16="http://schemas.microsoft.com/office/drawing/2014/main" id="{018D5BE2-ED44-4289-8EFA-42F5721FBB85}"/>
                  </a:ext>
                </a:extLst>
              </p:cNvPr>
              <p:cNvSpPr/>
              <p:nvPr/>
            </p:nvSpPr>
            <p:spPr>
              <a:xfrm>
                <a:off x="6754449" y="2926127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solidFill>
                <a:schemeClr val="accent3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63" name="Freeform: Shape 26">
                <a:extLst>
                  <a:ext uri="{FF2B5EF4-FFF2-40B4-BE49-F238E27FC236}">
                    <a16:creationId xmlns:a16="http://schemas.microsoft.com/office/drawing/2014/main" id="{FEBA9FA3-A7E2-4C7A-A66C-36068833FD70}"/>
                  </a:ext>
                </a:extLst>
              </p:cNvPr>
              <p:cNvSpPr/>
              <p:nvPr/>
            </p:nvSpPr>
            <p:spPr>
              <a:xfrm>
                <a:off x="633491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335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3351"/>
                    </a:moveTo>
                    <a:cubicBezTo>
                      <a:pt x="0" y="4262748"/>
                      <a:pt x="0" y="213291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1374"/>
                      <a:pt x="103255" y="4260436"/>
                      <a:pt x="103255" y="6393351"/>
                    </a:cubicBezTo>
                  </a:path>
                </a:pathLst>
              </a:custGeom>
              <a:solidFill>
                <a:schemeClr val="accent5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64" name="Freeform: Shape 27">
                <a:extLst>
                  <a:ext uri="{FF2B5EF4-FFF2-40B4-BE49-F238E27FC236}">
                    <a16:creationId xmlns:a16="http://schemas.microsoft.com/office/drawing/2014/main" id="{DCE49181-A192-4FDD-8E4A-6CE1DB81A373}"/>
                  </a:ext>
                </a:extLst>
              </p:cNvPr>
              <p:cNvSpPr/>
              <p:nvPr/>
            </p:nvSpPr>
            <p:spPr>
              <a:xfrm>
                <a:off x="6159871" y="2926127"/>
                <a:ext cx="37550" cy="2397464"/>
              </a:xfrm>
              <a:custGeom>
                <a:avLst/>
                <a:gdLst>
                  <a:gd name="connsiteX0" fmla="*/ 0 w 100173"/>
                  <a:gd name="connsiteY0" fmla="*/ 6395663 h 6395662"/>
                  <a:gd name="connsiteX1" fmla="*/ 0 w 100173"/>
                  <a:gd name="connsiteY1" fmla="*/ 0 h 6395662"/>
                  <a:gd name="connsiteX2" fmla="*/ 52398 w 100173"/>
                  <a:gd name="connsiteY2" fmla="*/ 0 h 6395662"/>
                  <a:gd name="connsiteX3" fmla="*/ 103255 w 100173"/>
                  <a:gd name="connsiteY3" fmla="*/ 0 h 6395662"/>
                  <a:gd name="connsiteX4" fmla="*/ 103255 w 100173"/>
                  <a:gd name="connsiteY4" fmla="*/ 6395663 h 63956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173" h="6395662">
                    <a:moveTo>
                      <a:pt x="0" y="6395663"/>
                    </a:moveTo>
                    <a:cubicBezTo>
                      <a:pt x="0" y="4265060"/>
                      <a:pt x="0" y="2135227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132915"/>
                      <a:pt x="103255" y="4261977"/>
                      <a:pt x="103255" y="6395663"/>
                    </a:cubicBezTo>
                  </a:path>
                </a:pathLst>
              </a:custGeom>
              <a:solidFill>
                <a:schemeClr val="accent5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65" name="Freeform: Shape 28">
                <a:extLst>
                  <a:ext uri="{FF2B5EF4-FFF2-40B4-BE49-F238E27FC236}">
                    <a16:creationId xmlns:a16="http://schemas.microsoft.com/office/drawing/2014/main" id="{08B99DFA-675D-47CD-AAA5-48F4B7263F7F}"/>
                  </a:ext>
                </a:extLst>
              </p:cNvPr>
              <p:cNvSpPr/>
              <p:nvPr/>
            </p:nvSpPr>
            <p:spPr>
              <a:xfrm>
                <a:off x="6231712" y="2926127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chemeClr val="accent5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66" name="Freeform: Shape 29">
                <a:extLst>
                  <a:ext uri="{FF2B5EF4-FFF2-40B4-BE49-F238E27FC236}">
                    <a16:creationId xmlns:a16="http://schemas.microsoft.com/office/drawing/2014/main" id="{A3A52561-2F81-45D4-BB63-98DD6D95E5E9}"/>
                  </a:ext>
                </a:extLst>
              </p:cNvPr>
              <p:cNvSpPr/>
              <p:nvPr/>
            </p:nvSpPr>
            <p:spPr>
              <a:xfrm>
                <a:off x="6598401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chemeClr val="accent4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67" name="Freeform: Shape 30">
                <a:extLst>
                  <a:ext uri="{FF2B5EF4-FFF2-40B4-BE49-F238E27FC236}">
                    <a16:creationId xmlns:a16="http://schemas.microsoft.com/office/drawing/2014/main" id="{53780AFD-C7BF-438C-8ACF-ADB70736488F}"/>
                  </a:ext>
                </a:extLst>
              </p:cNvPr>
              <p:cNvSpPr/>
              <p:nvPr/>
            </p:nvSpPr>
            <p:spPr>
              <a:xfrm>
                <a:off x="6680669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solidFill>
                <a:schemeClr val="accent4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68" name="Freeform: Shape 31">
                <a:extLst>
                  <a:ext uri="{FF2B5EF4-FFF2-40B4-BE49-F238E27FC236}">
                    <a16:creationId xmlns:a16="http://schemas.microsoft.com/office/drawing/2014/main" id="{D1DA5EF5-6153-4FA1-B3B6-C7EA4D7C45C7}"/>
                  </a:ext>
                </a:extLst>
              </p:cNvPr>
              <p:cNvSpPr/>
              <p:nvPr/>
            </p:nvSpPr>
            <p:spPr>
              <a:xfrm>
                <a:off x="651613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181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181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181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134" y="0"/>
                      <a:pt x="67039" y="0"/>
                      <a:pt x="103255" y="0"/>
                    </a:cubicBezTo>
                    <a:cubicBezTo>
                      <a:pt x="103255" y="2130603"/>
                      <a:pt x="103255" y="4260436"/>
                      <a:pt x="103255" y="6391811"/>
                    </a:cubicBezTo>
                  </a:path>
                </a:pathLst>
              </a:custGeom>
              <a:solidFill>
                <a:schemeClr val="accent4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69" name="Freeform: Shape 32">
                <a:extLst>
                  <a:ext uri="{FF2B5EF4-FFF2-40B4-BE49-F238E27FC236}">
                    <a16:creationId xmlns:a16="http://schemas.microsoft.com/office/drawing/2014/main" id="{F80C8E45-AA03-497B-9ABE-2E9B8BC26557}"/>
                  </a:ext>
                </a:extLst>
              </p:cNvPr>
              <p:cNvSpPr/>
              <p:nvPr/>
            </p:nvSpPr>
            <p:spPr>
              <a:xfrm>
                <a:off x="6399205" y="2927282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chemeClr val="accent4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70" name="Freeform: Shape 33">
                <a:extLst>
                  <a:ext uri="{FF2B5EF4-FFF2-40B4-BE49-F238E27FC236}">
                    <a16:creationId xmlns:a16="http://schemas.microsoft.com/office/drawing/2014/main" id="{B33154AB-DAF1-4E1D-AED0-2C8B79C6FE97}"/>
                  </a:ext>
                </a:extLst>
              </p:cNvPr>
              <p:cNvSpPr/>
              <p:nvPr/>
            </p:nvSpPr>
            <p:spPr>
              <a:xfrm>
                <a:off x="5237391" y="2926127"/>
                <a:ext cx="144425" cy="2394576"/>
              </a:xfrm>
              <a:custGeom>
                <a:avLst/>
                <a:gdLst>
                  <a:gd name="connsiteX0" fmla="*/ 0 w 385280"/>
                  <a:gd name="connsiteY0" fmla="*/ 6393351 h 6387957"/>
                  <a:gd name="connsiteX1" fmla="*/ 0 w 385280"/>
                  <a:gd name="connsiteY1" fmla="*/ 0 h 6387957"/>
                  <a:gd name="connsiteX2" fmla="*/ 387593 w 385280"/>
                  <a:gd name="connsiteY2" fmla="*/ 0 h 6387957"/>
                  <a:gd name="connsiteX3" fmla="*/ 387593 w 38528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5280" h="6387957">
                    <a:moveTo>
                      <a:pt x="0" y="639335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128684" y="0"/>
                      <a:pt x="256597" y="0"/>
                      <a:pt x="387593" y="0"/>
                    </a:cubicBezTo>
                    <a:cubicBezTo>
                      <a:pt x="387593" y="2130603"/>
                      <a:pt x="387593" y="4261207"/>
                      <a:pt x="387593" y="6393351"/>
                    </a:cubicBezTo>
                  </a:path>
                </a:pathLst>
              </a:custGeom>
              <a:solidFill>
                <a:schemeClr val="accent3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71" name="Freeform: Shape 34">
                <a:extLst>
                  <a:ext uri="{FF2B5EF4-FFF2-40B4-BE49-F238E27FC236}">
                    <a16:creationId xmlns:a16="http://schemas.microsoft.com/office/drawing/2014/main" id="{6E905E38-B653-4270-89DB-6739B8AED375}"/>
                  </a:ext>
                </a:extLst>
              </p:cNvPr>
              <p:cNvSpPr/>
              <p:nvPr/>
            </p:nvSpPr>
            <p:spPr>
              <a:xfrm>
                <a:off x="5123269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59666"/>
                      <a:pt x="198805" y="6392581"/>
                    </a:cubicBezTo>
                  </a:path>
                </a:pathLst>
              </a:custGeom>
              <a:solidFill>
                <a:schemeClr val="accent3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72" name="Freeform: Shape 35">
                <a:extLst>
                  <a:ext uri="{FF2B5EF4-FFF2-40B4-BE49-F238E27FC236}">
                    <a16:creationId xmlns:a16="http://schemas.microsoft.com/office/drawing/2014/main" id="{C46E5A34-F6FC-40B7-8BD9-CA4870D3EACB}"/>
                  </a:ext>
                </a:extLst>
              </p:cNvPr>
              <p:cNvSpPr/>
              <p:nvPr/>
            </p:nvSpPr>
            <p:spPr>
              <a:xfrm>
                <a:off x="5611343" y="2927282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chemeClr val="accent3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73" name="Freeform: Shape 36">
                <a:extLst>
                  <a:ext uri="{FF2B5EF4-FFF2-40B4-BE49-F238E27FC236}">
                    <a16:creationId xmlns:a16="http://schemas.microsoft.com/office/drawing/2014/main" id="{5FA3DBA7-F8ED-45A6-819E-A85FBC355BCB}"/>
                  </a:ext>
                </a:extLst>
              </p:cNvPr>
              <p:cNvSpPr/>
              <p:nvPr/>
            </p:nvSpPr>
            <p:spPr>
              <a:xfrm>
                <a:off x="5407259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10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chemeClr val="accent3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74" name="Freeform: Shape 37">
                <a:extLst>
                  <a:ext uri="{FF2B5EF4-FFF2-40B4-BE49-F238E27FC236}">
                    <a16:creationId xmlns:a16="http://schemas.microsoft.com/office/drawing/2014/main" id="{6D4897DB-997C-4440-9C15-09B6C34994D1}"/>
                  </a:ext>
                </a:extLst>
              </p:cNvPr>
              <p:cNvSpPr/>
              <p:nvPr/>
            </p:nvSpPr>
            <p:spPr>
              <a:xfrm>
                <a:off x="5470252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chemeClr val="accent3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75" name="Freeform: Shape 38">
                <a:extLst>
                  <a:ext uri="{FF2B5EF4-FFF2-40B4-BE49-F238E27FC236}">
                    <a16:creationId xmlns:a16="http://schemas.microsoft.com/office/drawing/2014/main" id="{60C5513F-881C-4B26-9ADB-6A46166CB483}"/>
                  </a:ext>
                </a:extLst>
              </p:cNvPr>
              <p:cNvSpPr/>
              <p:nvPr/>
            </p:nvSpPr>
            <p:spPr>
              <a:xfrm>
                <a:off x="5533244" y="2926127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chemeClr val="accent3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</p:grp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621D202A-5DDC-4586-837E-E89610285CC9}"/>
                </a:ext>
              </a:extLst>
            </p:cNvPr>
            <p:cNvSpPr/>
            <p:nvPr/>
          </p:nvSpPr>
          <p:spPr>
            <a:xfrm>
              <a:off x="0" y="-699"/>
              <a:ext cx="12191999" cy="646331"/>
            </a:xfrm>
            <a:prstGeom prst="rect">
              <a:avLst/>
            </a:prstGeom>
            <a:solidFill>
              <a:schemeClr val="bg1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algn="ctr"/>
              <a:endParaRPr lang="ko-KR" altLang="en-US" sz="3600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itchFamily="18" charset="0"/>
              </a:endParaRPr>
            </a:p>
          </p:txBody>
        </p:sp>
        <p:pic>
          <p:nvPicPr>
            <p:cNvPr id="77" name="Picture 76">
              <a:extLst>
                <a:ext uri="{FF2B5EF4-FFF2-40B4-BE49-F238E27FC236}">
                  <a16:creationId xmlns:a16="http://schemas.microsoft.com/office/drawing/2014/main" id="{C10207E4-A41E-4E56-9165-4F7135FB076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587" y="34941"/>
              <a:ext cx="1343005" cy="575049"/>
            </a:xfrm>
            <a:prstGeom prst="rect">
              <a:avLst/>
            </a:prstGeom>
          </p:spPr>
        </p:pic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8C098857-E541-4069-B9EA-AF75614C0ABE}"/>
                </a:ext>
              </a:extLst>
            </p:cNvPr>
            <p:cNvSpPr txBox="1"/>
            <p:nvPr/>
          </p:nvSpPr>
          <p:spPr>
            <a:xfrm>
              <a:off x="3258798" y="84039"/>
              <a:ext cx="5674404" cy="5480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15000"/>
                </a:lnSpc>
                <a:spcAft>
                  <a:spcPts val="800"/>
                </a:spcAft>
              </a:pPr>
              <a:endParaRPr lang="en-US" sz="2800" b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80" name="TextBox 79">
            <a:extLst>
              <a:ext uri="{FF2B5EF4-FFF2-40B4-BE49-F238E27FC236}">
                <a16:creationId xmlns:a16="http://schemas.microsoft.com/office/drawing/2014/main" id="{2BE58F63-321A-548A-19A8-FFC7C77DA267}"/>
              </a:ext>
            </a:extLst>
          </p:cNvPr>
          <p:cNvSpPr txBox="1"/>
          <p:nvPr/>
        </p:nvSpPr>
        <p:spPr>
          <a:xfrm>
            <a:off x="3131887" y="30077"/>
            <a:ext cx="5928226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rPr lang="en-IN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Recommendations</a:t>
            </a:r>
            <a:endParaRPr sz="3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7A921C9C-52EE-099C-D31B-5EE6773B2A8A}"/>
              </a:ext>
            </a:extLst>
          </p:cNvPr>
          <p:cNvSpPr txBox="1"/>
          <p:nvPr/>
        </p:nvSpPr>
        <p:spPr>
          <a:xfrm>
            <a:off x="302104" y="982176"/>
            <a:ext cx="11620678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Grand Finding: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India's crop insurance landscape is defined by two dominant, independent dimensions: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Financial Scale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Demographic Inclusivity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PMFBY scheme has succeeded on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but struggles with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inclusivity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sz="2400" b="1" dirty="0">
                <a:solidFill>
                  <a:schemeClr val="accent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Recommendations:</a:t>
            </a:r>
          </a:p>
          <a:p>
            <a:pPr algn="just">
              <a:buFont typeface="+mj-lt"/>
              <a:buAutoNum type="arabicPeriod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Move Beyond "One-Size-Fits-All" Policy: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Policy must be data-driven and regional. Use the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 District Archetypes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 found to design targeted strategies for "Inclusive Powerhouses" vs. "Vulnerable" districts.</a:t>
            </a:r>
          </a:p>
          <a:p>
            <a:pPr algn="just">
              <a:buFont typeface="+mj-lt"/>
              <a:buAutoNum type="arabicPeriod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Treat Equity as a Financial Indicator: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Our ML model proved that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female and marginal farmer participation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critical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predictors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a district's financial profile, not just a social goal.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Work: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clear next step is to integrate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claims data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would allow us to build the most valuable tool of all: a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Loss Ratio &amp; Financial Risk Prediction Model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identify which districts are most likely to need payouts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before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disaster hits.</a:t>
            </a:r>
          </a:p>
        </p:txBody>
      </p:sp>
    </p:spTree>
    <p:extLst>
      <p:ext uri="{BB962C8B-B14F-4D97-AF65-F5344CB8AC3E}">
        <p14:creationId xmlns:p14="http://schemas.microsoft.com/office/powerpoint/2010/main" val="30367281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" name="Group 78">
            <a:extLst>
              <a:ext uri="{FF2B5EF4-FFF2-40B4-BE49-F238E27FC236}">
                <a16:creationId xmlns:a16="http://schemas.microsoft.com/office/drawing/2014/main" id="{8AB83803-82FF-4FDF-A9E4-FA57E548D4DF}"/>
              </a:ext>
            </a:extLst>
          </p:cNvPr>
          <p:cNvGrpSpPr/>
          <p:nvPr/>
        </p:nvGrpSpPr>
        <p:grpSpPr>
          <a:xfrm>
            <a:off x="0" y="-699"/>
            <a:ext cx="12196232" cy="6859933"/>
            <a:chOff x="0" y="-699"/>
            <a:chExt cx="12196232" cy="6859933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4F7233E0-8B4C-403F-B4DC-1EAABD525929}"/>
                </a:ext>
              </a:extLst>
            </p:cNvPr>
            <p:cNvGrpSpPr/>
            <p:nvPr/>
          </p:nvGrpSpPr>
          <p:grpSpPr>
            <a:xfrm>
              <a:off x="4232" y="6382984"/>
              <a:ext cx="12192000" cy="476250"/>
              <a:chOff x="0" y="6381750"/>
              <a:chExt cx="12192000" cy="476250"/>
            </a:xfrm>
            <a:solidFill>
              <a:srgbClr val="C00000"/>
            </a:solidFill>
          </p:grpSpPr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C3EDFE22-777C-4E40-82E4-FD5DB11D8B63}"/>
                  </a:ext>
                </a:extLst>
              </p:cNvPr>
              <p:cNvSpPr/>
              <p:nvPr/>
            </p:nvSpPr>
            <p:spPr>
              <a:xfrm>
                <a:off x="0" y="6381750"/>
                <a:ext cx="12192000" cy="47625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grpSp>
            <p:nvGrpSpPr>
              <p:cNvPr id="4" name="Group 3">
                <a:extLst>
                  <a:ext uri="{FF2B5EF4-FFF2-40B4-BE49-F238E27FC236}">
                    <a16:creationId xmlns:a16="http://schemas.microsoft.com/office/drawing/2014/main" id="{314080B3-0E2C-457A-A722-47CA48E69C19}"/>
                  </a:ext>
                </a:extLst>
              </p:cNvPr>
              <p:cNvGrpSpPr/>
              <p:nvPr/>
            </p:nvGrpSpPr>
            <p:grpSpPr>
              <a:xfrm>
                <a:off x="160089" y="6467143"/>
                <a:ext cx="4087748" cy="273466"/>
                <a:chOff x="4366684" y="2926127"/>
                <a:chExt cx="3278335" cy="2571063"/>
              </a:xfrm>
              <a:grpFill/>
            </p:grpSpPr>
            <p:sp>
              <p:nvSpPr>
                <p:cNvPr id="5" name="Freeform: Shape 4">
                  <a:extLst>
                    <a:ext uri="{FF2B5EF4-FFF2-40B4-BE49-F238E27FC236}">
                      <a16:creationId xmlns:a16="http://schemas.microsoft.com/office/drawing/2014/main" id="{375F0EE2-DB06-4E1C-9F66-EAACEFA99A97}"/>
                    </a:ext>
                  </a:extLst>
                </p:cNvPr>
                <p:cNvSpPr/>
                <p:nvPr/>
              </p:nvSpPr>
              <p:spPr>
                <a:xfrm>
                  <a:off x="4744501" y="2926994"/>
                  <a:ext cx="72212" cy="2394576"/>
                </a:xfrm>
                <a:custGeom>
                  <a:avLst/>
                  <a:gdLst>
                    <a:gd name="connsiteX0" fmla="*/ 0 w 192640"/>
                    <a:gd name="connsiteY0" fmla="*/ 6393351 h 6387957"/>
                    <a:gd name="connsiteX1" fmla="*/ 0 w 192640"/>
                    <a:gd name="connsiteY1" fmla="*/ 0 h 6387957"/>
                    <a:gd name="connsiteX2" fmla="*/ 198034 w 192640"/>
                    <a:gd name="connsiteY2" fmla="*/ 0 h 6387957"/>
                    <a:gd name="connsiteX3" fmla="*/ 198034 w 192640"/>
                    <a:gd name="connsiteY3" fmla="*/ 639335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2640" h="6387957">
                      <a:moveTo>
                        <a:pt x="0" y="6393351"/>
                      </a:moveTo>
                      <a:cubicBezTo>
                        <a:pt x="0" y="4261207"/>
                        <a:pt x="0" y="2132145"/>
                        <a:pt x="0" y="0"/>
                      </a:cubicBezTo>
                      <a:cubicBezTo>
                        <a:pt x="67039" y="0"/>
                        <a:pt x="131766" y="0"/>
                        <a:pt x="198034" y="0"/>
                      </a:cubicBezTo>
                      <a:cubicBezTo>
                        <a:pt x="198034" y="2132145"/>
                        <a:pt x="198034" y="4261207"/>
                        <a:pt x="198034" y="639335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6" name="Freeform: Shape 5">
                  <a:extLst>
                    <a:ext uri="{FF2B5EF4-FFF2-40B4-BE49-F238E27FC236}">
                      <a16:creationId xmlns:a16="http://schemas.microsoft.com/office/drawing/2014/main" id="{175E547C-4DF2-4010-A85D-7C2F6E73C80D}"/>
                    </a:ext>
                  </a:extLst>
                </p:cNvPr>
                <p:cNvSpPr/>
                <p:nvPr/>
              </p:nvSpPr>
              <p:spPr>
                <a:xfrm>
                  <a:off x="4676621" y="2926994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258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2581"/>
                      </a:moveTo>
                      <a:cubicBezTo>
                        <a:pt x="0" y="4261207"/>
                        <a:pt x="0" y="2131374"/>
                        <a:pt x="0" y="0"/>
                      </a:cubicBezTo>
                      <a:cubicBezTo>
                        <a:pt x="34675" y="0"/>
                        <a:pt x="67809" y="0"/>
                        <a:pt x="103255" y="0"/>
                      </a:cubicBezTo>
                      <a:cubicBezTo>
                        <a:pt x="103255" y="2130603"/>
                        <a:pt x="103255" y="4260437"/>
                        <a:pt x="10325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7" name="Freeform: Shape 6">
                  <a:extLst>
                    <a:ext uri="{FF2B5EF4-FFF2-40B4-BE49-F238E27FC236}">
                      <a16:creationId xmlns:a16="http://schemas.microsoft.com/office/drawing/2014/main" id="{3F8BF4F1-A2B9-4C23-BC26-20CA699DD57A}"/>
                    </a:ext>
                  </a:extLst>
                </p:cNvPr>
                <p:cNvSpPr/>
                <p:nvPr/>
              </p:nvSpPr>
              <p:spPr>
                <a:xfrm>
                  <a:off x="5706626" y="2927282"/>
                  <a:ext cx="109764" cy="2394576"/>
                </a:xfrm>
                <a:custGeom>
                  <a:avLst/>
                  <a:gdLst>
                    <a:gd name="connsiteX0" fmla="*/ 0 w 292813"/>
                    <a:gd name="connsiteY0" fmla="*/ 6392581 h 6387957"/>
                    <a:gd name="connsiteX1" fmla="*/ 0 w 292813"/>
                    <a:gd name="connsiteY1" fmla="*/ 0 h 6387957"/>
                    <a:gd name="connsiteX2" fmla="*/ 295125 w 292813"/>
                    <a:gd name="connsiteY2" fmla="*/ 0 h 6387957"/>
                    <a:gd name="connsiteX3" fmla="*/ 295125 w 29281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92813" h="6387957">
                      <a:moveTo>
                        <a:pt x="0" y="6392581"/>
                      </a:moveTo>
                      <a:cubicBezTo>
                        <a:pt x="0" y="4261978"/>
                        <a:pt x="0" y="2132145"/>
                        <a:pt x="0" y="0"/>
                      </a:cubicBezTo>
                      <a:cubicBezTo>
                        <a:pt x="97091" y="0"/>
                        <a:pt x="194952" y="0"/>
                        <a:pt x="295125" y="0"/>
                      </a:cubicBezTo>
                      <a:cubicBezTo>
                        <a:pt x="295125" y="2130603"/>
                        <a:pt x="295125" y="4259666"/>
                        <a:pt x="29512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8" name="Freeform: Shape 7">
                  <a:extLst>
                    <a:ext uri="{FF2B5EF4-FFF2-40B4-BE49-F238E27FC236}">
                      <a16:creationId xmlns:a16="http://schemas.microsoft.com/office/drawing/2014/main" id="{1BB7A337-F067-4346-AD27-97742504B3F6}"/>
                    </a:ext>
                  </a:extLst>
                </p:cNvPr>
                <p:cNvSpPr/>
                <p:nvPr/>
              </p:nvSpPr>
              <p:spPr>
                <a:xfrm>
                  <a:off x="5022376" y="2926994"/>
                  <a:ext cx="75101" cy="2394576"/>
                </a:xfrm>
                <a:custGeom>
                  <a:avLst/>
                  <a:gdLst>
                    <a:gd name="connsiteX0" fmla="*/ 0 w 200346"/>
                    <a:gd name="connsiteY0" fmla="*/ 6392581 h 6387957"/>
                    <a:gd name="connsiteX1" fmla="*/ 0 w 200346"/>
                    <a:gd name="connsiteY1" fmla="*/ 0 h 6387957"/>
                    <a:gd name="connsiteX2" fmla="*/ 201117 w 200346"/>
                    <a:gd name="connsiteY2" fmla="*/ 0 h 6387957"/>
                    <a:gd name="connsiteX3" fmla="*/ 201117 w 200346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00346" h="6387957">
                      <a:moveTo>
                        <a:pt x="0" y="6392581"/>
                      </a:moveTo>
                      <a:cubicBezTo>
                        <a:pt x="0" y="4261207"/>
                        <a:pt x="0" y="2132145"/>
                        <a:pt x="0" y="0"/>
                      </a:cubicBezTo>
                      <a:cubicBezTo>
                        <a:pt x="67039" y="0"/>
                        <a:pt x="133307" y="0"/>
                        <a:pt x="201117" y="0"/>
                      </a:cubicBezTo>
                      <a:cubicBezTo>
                        <a:pt x="201117" y="2131374"/>
                        <a:pt x="201117" y="4260437"/>
                        <a:pt x="201117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9" name="Freeform: Shape 8">
                  <a:extLst>
                    <a:ext uri="{FF2B5EF4-FFF2-40B4-BE49-F238E27FC236}">
                      <a16:creationId xmlns:a16="http://schemas.microsoft.com/office/drawing/2014/main" id="{8E795506-C19E-4D33-8ECE-0DF520B3AEFE}"/>
                    </a:ext>
                  </a:extLst>
                </p:cNvPr>
                <p:cNvSpPr/>
                <p:nvPr/>
              </p:nvSpPr>
              <p:spPr>
                <a:xfrm>
                  <a:off x="4877829" y="2926994"/>
                  <a:ext cx="72212" cy="2394576"/>
                </a:xfrm>
                <a:custGeom>
                  <a:avLst/>
                  <a:gdLst>
                    <a:gd name="connsiteX0" fmla="*/ 0 w 192640"/>
                    <a:gd name="connsiteY0" fmla="*/ 6392581 h 6387957"/>
                    <a:gd name="connsiteX1" fmla="*/ 0 w 192640"/>
                    <a:gd name="connsiteY1" fmla="*/ 0 h 6387957"/>
                    <a:gd name="connsiteX2" fmla="*/ 198805 w 192640"/>
                    <a:gd name="connsiteY2" fmla="*/ 0 h 6387957"/>
                    <a:gd name="connsiteX3" fmla="*/ 198805 w 192640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2640" h="6387957">
                      <a:moveTo>
                        <a:pt x="0" y="6392581"/>
                      </a:moveTo>
                      <a:cubicBezTo>
                        <a:pt x="0" y="4261207"/>
                        <a:pt x="0" y="2131374"/>
                        <a:pt x="0" y="0"/>
                      </a:cubicBezTo>
                      <a:cubicBezTo>
                        <a:pt x="67039" y="0"/>
                        <a:pt x="131766" y="0"/>
                        <a:pt x="198805" y="0"/>
                      </a:cubicBezTo>
                      <a:cubicBezTo>
                        <a:pt x="198805" y="2130603"/>
                        <a:pt x="198805" y="4260437"/>
                        <a:pt x="19880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0" name="Freeform: Shape 9">
                  <a:extLst>
                    <a:ext uri="{FF2B5EF4-FFF2-40B4-BE49-F238E27FC236}">
                      <a16:creationId xmlns:a16="http://schemas.microsoft.com/office/drawing/2014/main" id="{3735ADE9-DFBC-40FF-A853-DDEAE403ED0E}"/>
                    </a:ext>
                  </a:extLst>
                </p:cNvPr>
                <p:cNvSpPr/>
                <p:nvPr/>
              </p:nvSpPr>
              <p:spPr>
                <a:xfrm>
                  <a:off x="4559765" y="2926994"/>
                  <a:ext cx="72212" cy="2394576"/>
                </a:xfrm>
                <a:custGeom>
                  <a:avLst/>
                  <a:gdLst>
                    <a:gd name="connsiteX0" fmla="*/ 0 w 192640"/>
                    <a:gd name="connsiteY0" fmla="*/ 6393351 h 6387957"/>
                    <a:gd name="connsiteX1" fmla="*/ 0 w 192640"/>
                    <a:gd name="connsiteY1" fmla="*/ 0 h 6387957"/>
                    <a:gd name="connsiteX2" fmla="*/ 198034 w 192640"/>
                    <a:gd name="connsiteY2" fmla="*/ 0 h 6387957"/>
                    <a:gd name="connsiteX3" fmla="*/ 198034 w 192640"/>
                    <a:gd name="connsiteY3" fmla="*/ 639335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2640" h="6387957">
                      <a:moveTo>
                        <a:pt x="0" y="6393351"/>
                      </a:moveTo>
                      <a:cubicBezTo>
                        <a:pt x="0" y="4261207"/>
                        <a:pt x="0" y="2132145"/>
                        <a:pt x="0" y="0"/>
                      </a:cubicBezTo>
                      <a:cubicBezTo>
                        <a:pt x="67039" y="0"/>
                        <a:pt x="131766" y="0"/>
                        <a:pt x="198034" y="0"/>
                      </a:cubicBezTo>
                      <a:cubicBezTo>
                        <a:pt x="198034" y="2132145"/>
                        <a:pt x="198034" y="4261207"/>
                        <a:pt x="198034" y="639335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1" name="Freeform: Shape 10">
                  <a:extLst>
                    <a:ext uri="{FF2B5EF4-FFF2-40B4-BE49-F238E27FC236}">
                      <a16:creationId xmlns:a16="http://schemas.microsoft.com/office/drawing/2014/main" id="{45B816DB-E16D-434D-9DDC-1E4BB22E411A}"/>
                    </a:ext>
                  </a:extLst>
                </p:cNvPr>
                <p:cNvSpPr/>
                <p:nvPr/>
              </p:nvSpPr>
              <p:spPr>
                <a:xfrm>
                  <a:off x="4433987" y="2926705"/>
                  <a:ext cx="37550" cy="2567886"/>
                </a:xfrm>
                <a:custGeom>
                  <a:avLst/>
                  <a:gdLst>
                    <a:gd name="connsiteX0" fmla="*/ 0 w 100173"/>
                    <a:gd name="connsiteY0" fmla="*/ 6854918 h 6850294"/>
                    <a:gd name="connsiteX1" fmla="*/ 0 w 100173"/>
                    <a:gd name="connsiteY1" fmla="*/ 0 h 6850294"/>
                    <a:gd name="connsiteX2" fmla="*/ 103255 w 100173"/>
                    <a:gd name="connsiteY2" fmla="*/ 0 h 6850294"/>
                    <a:gd name="connsiteX3" fmla="*/ 103255 w 100173"/>
                    <a:gd name="connsiteY3" fmla="*/ 6854918 h 68502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850294">
                      <a:moveTo>
                        <a:pt x="0" y="6854918"/>
                      </a:moveTo>
                      <a:cubicBezTo>
                        <a:pt x="0" y="4570202"/>
                        <a:pt x="0" y="2286257"/>
                        <a:pt x="0" y="0"/>
                      </a:cubicBezTo>
                      <a:cubicBezTo>
                        <a:pt x="34675" y="0"/>
                        <a:pt x="67809" y="0"/>
                        <a:pt x="103255" y="0"/>
                      </a:cubicBezTo>
                      <a:cubicBezTo>
                        <a:pt x="103255" y="2284716"/>
                        <a:pt x="103255" y="4567891"/>
                        <a:pt x="103255" y="6854918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2" name="Freeform: Shape 11">
                  <a:extLst>
                    <a:ext uri="{FF2B5EF4-FFF2-40B4-BE49-F238E27FC236}">
                      <a16:creationId xmlns:a16="http://schemas.microsoft.com/office/drawing/2014/main" id="{D5D6C9B3-F26D-4538-B939-0107B961839D}"/>
                    </a:ext>
                  </a:extLst>
                </p:cNvPr>
                <p:cNvSpPr/>
                <p:nvPr/>
              </p:nvSpPr>
              <p:spPr>
                <a:xfrm>
                  <a:off x="4366684" y="2927282"/>
                  <a:ext cx="37550" cy="2567886"/>
                </a:xfrm>
                <a:custGeom>
                  <a:avLst/>
                  <a:gdLst>
                    <a:gd name="connsiteX0" fmla="*/ 0 w 100173"/>
                    <a:gd name="connsiteY0" fmla="*/ 6854148 h 6850294"/>
                    <a:gd name="connsiteX1" fmla="*/ 0 w 100173"/>
                    <a:gd name="connsiteY1" fmla="*/ 0 h 6850294"/>
                    <a:gd name="connsiteX2" fmla="*/ 103255 w 100173"/>
                    <a:gd name="connsiteY2" fmla="*/ 0 h 6850294"/>
                    <a:gd name="connsiteX3" fmla="*/ 103255 w 100173"/>
                    <a:gd name="connsiteY3" fmla="*/ 6854918 h 68502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850294">
                      <a:moveTo>
                        <a:pt x="0" y="6854148"/>
                      </a:moveTo>
                      <a:cubicBezTo>
                        <a:pt x="0" y="4569432"/>
                        <a:pt x="0" y="2286257"/>
                        <a:pt x="0" y="0"/>
                      </a:cubicBezTo>
                      <a:cubicBezTo>
                        <a:pt x="33905" y="0"/>
                        <a:pt x="67809" y="0"/>
                        <a:pt x="103255" y="0"/>
                      </a:cubicBezTo>
                      <a:cubicBezTo>
                        <a:pt x="103255" y="2285486"/>
                        <a:pt x="103255" y="4568661"/>
                        <a:pt x="103255" y="6854918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3" name="Freeform: Shape 12">
                  <a:extLst>
                    <a:ext uri="{FF2B5EF4-FFF2-40B4-BE49-F238E27FC236}">
                      <a16:creationId xmlns:a16="http://schemas.microsoft.com/office/drawing/2014/main" id="{EC07D1C9-009A-483F-95D8-AE22DC2CD8D8}"/>
                    </a:ext>
                  </a:extLst>
                </p:cNvPr>
                <p:cNvSpPr/>
                <p:nvPr/>
              </p:nvSpPr>
              <p:spPr>
                <a:xfrm>
                  <a:off x="5957386" y="2926705"/>
                  <a:ext cx="37550" cy="2567886"/>
                </a:xfrm>
                <a:custGeom>
                  <a:avLst/>
                  <a:gdLst>
                    <a:gd name="connsiteX0" fmla="*/ 0 w 100173"/>
                    <a:gd name="connsiteY0" fmla="*/ 6854918 h 6850294"/>
                    <a:gd name="connsiteX1" fmla="*/ 0 w 100173"/>
                    <a:gd name="connsiteY1" fmla="*/ 0 h 6850294"/>
                    <a:gd name="connsiteX2" fmla="*/ 103255 w 100173"/>
                    <a:gd name="connsiteY2" fmla="*/ 0 h 6850294"/>
                    <a:gd name="connsiteX3" fmla="*/ 103255 w 100173"/>
                    <a:gd name="connsiteY3" fmla="*/ 6854918 h 68502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850294">
                      <a:moveTo>
                        <a:pt x="0" y="6854918"/>
                      </a:moveTo>
                      <a:cubicBezTo>
                        <a:pt x="0" y="4570202"/>
                        <a:pt x="0" y="2286257"/>
                        <a:pt x="0" y="0"/>
                      </a:cubicBezTo>
                      <a:cubicBezTo>
                        <a:pt x="34675" y="0"/>
                        <a:pt x="67809" y="0"/>
                        <a:pt x="103255" y="0"/>
                      </a:cubicBezTo>
                      <a:cubicBezTo>
                        <a:pt x="103255" y="2283945"/>
                        <a:pt x="103255" y="4567891"/>
                        <a:pt x="103255" y="6854918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4" name="Freeform: Shape 13">
                  <a:extLst>
                    <a:ext uri="{FF2B5EF4-FFF2-40B4-BE49-F238E27FC236}">
                      <a16:creationId xmlns:a16="http://schemas.microsoft.com/office/drawing/2014/main" id="{F54B353B-E09D-4957-842E-D8AD4D49A921}"/>
                    </a:ext>
                  </a:extLst>
                </p:cNvPr>
                <p:cNvSpPr/>
                <p:nvPr/>
              </p:nvSpPr>
              <p:spPr>
                <a:xfrm>
                  <a:off x="6024689" y="2926127"/>
                  <a:ext cx="37550" cy="2567886"/>
                </a:xfrm>
                <a:custGeom>
                  <a:avLst/>
                  <a:gdLst>
                    <a:gd name="connsiteX0" fmla="*/ 0 w 100173"/>
                    <a:gd name="connsiteY0" fmla="*/ 6857230 h 6850294"/>
                    <a:gd name="connsiteX1" fmla="*/ 0 w 100173"/>
                    <a:gd name="connsiteY1" fmla="*/ 0 h 6850294"/>
                    <a:gd name="connsiteX2" fmla="*/ 52398 w 100173"/>
                    <a:gd name="connsiteY2" fmla="*/ 0 h 6850294"/>
                    <a:gd name="connsiteX3" fmla="*/ 103255 w 100173"/>
                    <a:gd name="connsiteY3" fmla="*/ 0 h 6850294"/>
                    <a:gd name="connsiteX4" fmla="*/ 103255 w 100173"/>
                    <a:gd name="connsiteY4" fmla="*/ 6857230 h 68502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00173" h="6850294">
                      <a:moveTo>
                        <a:pt x="0" y="6857230"/>
                      </a:moveTo>
                      <a:cubicBezTo>
                        <a:pt x="0" y="4572514"/>
                        <a:pt x="0" y="2288569"/>
                        <a:pt x="0" y="0"/>
                      </a:cubicBezTo>
                      <a:cubicBezTo>
                        <a:pt x="17723" y="0"/>
                        <a:pt x="34675" y="0"/>
                        <a:pt x="52398" y="0"/>
                      </a:cubicBezTo>
                      <a:cubicBezTo>
                        <a:pt x="68580" y="0"/>
                        <a:pt x="84762" y="0"/>
                        <a:pt x="103255" y="0"/>
                      </a:cubicBezTo>
                      <a:cubicBezTo>
                        <a:pt x="103255" y="2287798"/>
                        <a:pt x="103255" y="4571743"/>
                        <a:pt x="103255" y="6857230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5" name="Freeform: Shape 14">
                  <a:extLst>
                    <a:ext uri="{FF2B5EF4-FFF2-40B4-BE49-F238E27FC236}">
                      <a16:creationId xmlns:a16="http://schemas.microsoft.com/office/drawing/2014/main" id="{C60F81BD-F891-48DF-8E0D-BDC05CBC7452}"/>
                    </a:ext>
                  </a:extLst>
                </p:cNvPr>
                <p:cNvSpPr/>
                <p:nvPr/>
              </p:nvSpPr>
              <p:spPr>
                <a:xfrm>
                  <a:off x="5890084" y="2926994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2581 h 6387957"/>
                    <a:gd name="connsiteX1" fmla="*/ 0 w 100173"/>
                    <a:gd name="connsiteY1" fmla="*/ 0 h 6387957"/>
                    <a:gd name="connsiteX2" fmla="*/ 101714 w 100173"/>
                    <a:gd name="connsiteY2" fmla="*/ 0 h 6387957"/>
                    <a:gd name="connsiteX3" fmla="*/ 101714 w 10017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2581"/>
                      </a:moveTo>
                      <a:cubicBezTo>
                        <a:pt x="0" y="4262748"/>
                        <a:pt x="0" y="2132145"/>
                        <a:pt x="0" y="0"/>
                      </a:cubicBezTo>
                      <a:cubicBezTo>
                        <a:pt x="33904" y="0"/>
                        <a:pt x="67039" y="0"/>
                        <a:pt x="101714" y="0"/>
                      </a:cubicBezTo>
                      <a:cubicBezTo>
                        <a:pt x="101714" y="2130603"/>
                        <a:pt x="101714" y="4260437"/>
                        <a:pt x="101714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6" name="Freeform: Shape 15">
                  <a:extLst>
                    <a:ext uri="{FF2B5EF4-FFF2-40B4-BE49-F238E27FC236}">
                      <a16:creationId xmlns:a16="http://schemas.microsoft.com/office/drawing/2014/main" id="{09F9B5B4-A975-4BC1-A4E4-F4869117A798}"/>
                    </a:ext>
                  </a:extLst>
                </p:cNvPr>
                <p:cNvSpPr/>
                <p:nvPr/>
              </p:nvSpPr>
              <p:spPr>
                <a:xfrm>
                  <a:off x="6091991" y="2926994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335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335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3351"/>
                      </a:moveTo>
                      <a:cubicBezTo>
                        <a:pt x="0" y="4261978"/>
                        <a:pt x="0" y="2132915"/>
                        <a:pt x="0" y="0"/>
                      </a:cubicBezTo>
                      <a:cubicBezTo>
                        <a:pt x="34675" y="0"/>
                        <a:pt x="67809" y="0"/>
                        <a:pt x="103255" y="0"/>
                      </a:cubicBezTo>
                      <a:cubicBezTo>
                        <a:pt x="103255" y="2131374"/>
                        <a:pt x="103255" y="4261207"/>
                        <a:pt x="103255" y="639335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7" name="Freeform: Shape 16">
                  <a:extLst>
                    <a:ext uri="{FF2B5EF4-FFF2-40B4-BE49-F238E27FC236}">
                      <a16:creationId xmlns:a16="http://schemas.microsoft.com/office/drawing/2014/main" id="{F0F04A50-70C0-4152-B892-712F604BB364}"/>
                    </a:ext>
                  </a:extLst>
                </p:cNvPr>
                <p:cNvSpPr/>
                <p:nvPr/>
              </p:nvSpPr>
              <p:spPr>
                <a:xfrm>
                  <a:off x="7139759" y="2926994"/>
                  <a:ext cx="109764" cy="2394576"/>
                </a:xfrm>
                <a:custGeom>
                  <a:avLst/>
                  <a:gdLst>
                    <a:gd name="connsiteX0" fmla="*/ 0 w 292813"/>
                    <a:gd name="connsiteY0" fmla="*/ 6393351 h 6387957"/>
                    <a:gd name="connsiteX1" fmla="*/ 0 w 292813"/>
                    <a:gd name="connsiteY1" fmla="*/ 0 h 6387957"/>
                    <a:gd name="connsiteX2" fmla="*/ 295125 w 292813"/>
                    <a:gd name="connsiteY2" fmla="*/ 0 h 6387957"/>
                    <a:gd name="connsiteX3" fmla="*/ 295125 w 292813"/>
                    <a:gd name="connsiteY3" fmla="*/ 639335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92813" h="6387957">
                      <a:moveTo>
                        <a:pt x="0" y="6393351"/>
                      </a:moveTo>
                      <a:cubicBezTo>
                        <a:pt x="0" y="4261207"/>
                        <a:pt x="0" y="2131374"/>
                        <a:pt x="0" y="0"/>
                      </a:cubicBezTo>
                      <a:cubicBezTo>
                        <a:pt x="99403" y="0"/>
                        <a:pt x="196493" y="0"/>
                        <a:pt x="295125" y="0"/>
                      </a:cubicBezTo>
                      <a:cubicBezTo>
                        <a:pt x="295125" y="2132145"/>
                        <a:pt x="295125" y="4261207"/>
                        <a:pt x="295125" y="639335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8" name="Freeform: Shape 17">
                  <a:extLst>
                    <a:ext uri="{FF2B5EF4-FFF2-40B4-BE49-F238E27FC236}">
                      <a16:creationId xmlns:a16="http://schemas.microsoft.com/office/drawing/2014/main" id="{71D9C88D-AEA2-48F6-AF2B-D383D97E3535}"/>
                    </a:ext>
                  </a:extLst>
                </p:cNvPr>
                <p:cNvSpPr/>
                <p:nvPr/>
              </p:nvSpPr>
              <p:spPr>
                <a:xfrm>
                  <a:off x="7280788" y="2926994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258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2581"/>
                      </a:moveTo>
                      <a:cubicBezTo>
                        <a:pt x="0" y="4261207"/>
                        <a:pt x="0" y="2131374"/>
                        <a:pt x="0" y="0"/>
                      </a:cubicBezTo>
                      <a:cubicBezTo>
                        <a:pt x="34675" y="0"/>
                        <a:pt x="67809" y="0"/>
                        <a:pt x="103255" y="0"/>
                      </a:cubicBezTo>
                      <a:cubicBezTo>
                        <a:pt x="103255" y="2130603"/>
                        <a:pt x="103255" y="4260437"/>
                        <a:pt x="10325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9" name="Freeform: Shape 18">
                  <a:extLst>
                    <a:ext uri="{FF2B5EF4-FFF2-40B4-BE49-F238E27FC236}">
                      <a16:creationId xmlns:a16="http://schemas.microsoft.com/office/drawing/2014/main" id="{AB8EEA47-0851-4500-8CE0-169E98978C2E}"/>
                    </a:ext>
                  </a:extLst>
                </p:cNvPr>
                <p:cNvSpPr/>
                <p:nvPr/>
              </p:nvSpPr>
              <p:spPr>
                <a:xfrm>
                  <a:off x="7349773" y="2926994"/>
                  <a:ext cx="109764" cy="2394576"/>
                </a:xfrm>
                <a:custGeom>
                  <a:avLst/>
                  <a:gdLst>
                    <a:gd name="connsiteX0" fmla="*/ 0 w 292813"/>
                    <a:gd name="connsiteY0" fmla="*/ 6393351 h 6387957"/>
                    <a:gd name="connsiteX1" fmla="*/ 0 w 292813"/>
                    <a:gd name="connsiteY1" fmla="*/ 0 h 6387957"/>
                    <a:gd name="connsiteX2" fmla="*/ 295125 w 292813"/>
                    <a:gd name="connsiteY2" fmla="*/ 0 h 6387957"/>
                    <a:gd name="connsiteX3" fmla="*/ 295125 w 292813"/>
                    <a:gd name="connsiteY3" fmla="*/ 639335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92813" h="6387957">
                      <a:moveTo>
                        <a:pt x="0" y="6393351"/>
                      </a:moveTo>
                      <a:cubicBezTo>
                        <a:pt x="0" y="4261207"/>
                        <a:pt x="0" y="2132145"/>
                        <a:pt x="0" y="0"/>
                      </a:cubicBezTo>
                      <a:cubicBezTo>
                        <a:pt x="99402" y="0"/>
                        <a:pt x="195722" y="0"/>
                        <a:pt x="295125" y="0"/>
                      </a:cubicBezTo>
                      <a:cubicBezTo>
                        <a:pt x="295125" y="2132145"/>
                        <a:pt x="295125" y="4261207"/>
                        <a:pt x="295125" y="639335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20" name="Freeform: Shape 19">
                  <a:extLst>
                    <a:ext uri="{FF2B5EF4-FFF2-40B4-BE49-F238E27FC236}">
                      <a16:creationId xmlns:a16="http://schemas.microsoft.com/office/drawing/2014/main" id="{99CB024E-C751-4D3B-A1FC-DB08068B1DB8}"/>
                    </a:ext>
                  </a:extLst>
                </p:cNvPr>
                <p:cNvSpPr/>
                <p:nvPr/>
              </p:nvSpPr>
              <p:spPr>
                <a:xfrm>
                  <a:off x="7548511" y="2927282"/>
                  <a:ext cx="41911" cy="2569908"/>
                </a:xfrm>
                <a:custGeom>
                  <a:avLst/>
                  <a:gdLst>
                    <a:gd name="connsiteX0" fmla="*/ 0 w 115584"/>
                    <a:gd name="connsiteY0" fmla="*/ 6753975 h 6850294"/>
                    <a:gd name="connsiteX1" fmla="*/ 13099 w 115584"/>
                    <a:gd name="connsiteY1" fmla="*/ 0 h 6850294"/>
                    <a:gd name="connsiteX2" fmla="*/ 118666 w 115584"/>
                    <a:gd name="connsiteY2" fmla="*/ 0 h 6850294"/>
                    <a:gd name="connsiteX3" fmla="*/ 118666 w 115584"/>
                    <a:gd name="connsiteY3" fmla="*/ 6855688 h 6850294"/>
                    <a:gd name="connsiteX0" fmla="*/ 0 w 111805"/>
                    <a:gd name="connsiteY0" fmla="*/ 6836322 h 6855688"/>
                    <a:gd name="connsiteX1" fmla="*/ 6237 w 111805"/>
                    <a:gd name="connsiteY1" fmla="*/ 0 h 6855688"/>
                    <a:gd name="connsiteX2" fmla="*/ 111804 w 111805"/>
                    <a:gd name="connsiteY2" fmla="*/ 0 h 6855688"/>
                    <a:gd name="connsiteX3" fmla="*/ 111804 w 111805"/>
                    <a:gd name="connsiteY3" fmla="*/ 6855688 h 6855688"/>
                    <a:gd name="connsiteX0" fmla="*/ 0 w 111804"/>
                    <a:gd name="connsiteY0" fmla="*/ 6853478 h 6855688"/>
                    <a:gd name="connsiteX1" fmla="*/ 6237 w 111804"/>
                    <a:gd name="connsiteY1" fmla="*/ 0 h 6855688"/>
                    <a:gd name="connsiteX2" fmla="*/ 111804 w 111804"/>
                    <a:gd name="connsiteY2" fmla="*/ 0 h 6855688"/>
                    <a:gd name="connsiteX3" fmla="*/ 111804 w 111804"/>
                    <a:gd name="connsiteY3" fmla="*/ 6855688 h 68556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11804" h="6855688">
                      <a:moveTo>
                        <a:pt x="0" y="6853478"/>
                      </a:moveTo>
                      <a:cubicBezTo>
                        <a:pt x="14640" y="4603437"/>
                        <a:pt x="3155" y="2253123"/>
                        <a:pt x="6237" y="0"/>
                      </a:cubicBezTo>
                      <a:lnTo>
                        <a:pt x="111804" y="0"/>
                      </a:lnTo>
                      <a:lnTo>
                        <a:pt x="111804" y="6855688"/>
                      </a:ln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21" name="Freeform: Shape 20">
                  <a:extLst>
                    <a:ext uri="{FF2B5EF4-FFF2-40B4-BE49-F238E27FC236}">
                      <a16:creationId xmlns:a16="http://schemas.microsoft.com/office/drawing/2014/main" id="{1BDA8D11-4AAC-43CC-B408-A388F56971AF}"/>
                    </a:ext>
                  </a:extLst>
                </p:cNvPr>
                <p:cNvSpPr/>
                <p:nvPr/>
              </p:nvSpPr>
              <p:spPr>
                <a:xfrm>
                  <a:off x="7485249" y="2926994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258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2581"/>
                      </a:moveTo>
                      <a:cubicBezTo>
                        <a:pt x="0" y="4261207"/>
                        <a:pt x="0" y="2131374"/>
                        <a:pt x="0" y="0"/>
                      </a:cubicBezTo>
                      <a:cubicBezTo>
                        <a:pt x="34675" y="0"/>
                        <a:pt x="67809" y="0"/>
                        <a:pt x="103255" y="0"/>
                      </a:cubicBezTo>
                      <a:cubicBezTo>
                        <a:pt x="103255" y="2130603"/>
                        <a:pt x="103255" y="4260437"/>
                        <a:pt x="10325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22" name="Freeform: Shape 21">
                  <a:extLst>
                    <a:ext uri="{FF2B5EF4-FFF2-40B4-BE49-F238E27FC236}">
                      <a16:creationId xmlns:a16="http://schemas.microsoft.com/office/drawing/2014/main" id="{3EE00667-7B8F-4892-BF72-8EA3745153E0}"/>
                    </a:ext>
                  </a:extLst>
                </p:cNvPr>
                <p:cNvSpPr/>
                <p:nvPr/>
              </p:nvSpPr>
              <p:spPr>
                <a:xfrm>
                  <a:off x="7616134" y="2926994"/>
                  <a:ext cx="28885" cy="2567886"/>
                </a:xfrm>
                <a:custGeom>
                  <a:avLst/>
                  <a:gdLst>
                    <a:gd name="connsiteX0" fmla="*/ 0 w 77056"/>
                    <a:gd name="connsiteY0" fmla="*/ 6854918 h 6850294"/>
                    <a:gd name="connsiteX1" fmla="*/ 0 w 77056"/>
                    <a:gd name="connsiteY1" fmla="*/ 0 h 6850294"/>
                    <a:gd name="connsiteX2" fmla="*/ 78597 w 77056"/>
                    <a:gd name="connsiteY2" fmla="*/ 0 h 6850294"/>
                    <a:gd name="connsiteX3" fmla="*/ 78597 w 77056"/>
                    <a:gd name="connsiteY3" fmla="*/ 6854918 h 68502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7056" h="6850294">
                      <a:moveTo>
                        <a:pt x="0" y="6854918"/>
                      </a:moveTo>
                      <a:cubicBezTo>
                        <a:pt x="0" y="4570202"/>
                        <a:pt x="0" y="2286257"/>
                        <a:pt x="0" y="0"/>
                      </a:cubicBezTo>
                      <a:cubicBezTo>
                        <a:pt x="25428" y="0"/>
                        <a:pt x="50087" y="0"/>
                        <a:pt x="78597" y="0"/>
                      </a:cubicBezTo>
                      <a:cubicBezTo>
                        <a:pt x="78597" y="2283175"/>
                        <a:pt x="78597" y="4566350"/>
                        <a:pt x="78597" y="6854918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23" name="Freeform: Shape 22">
                  <a:extLst>
                    <a:ext uri="{FF2B5EF4-FFF2-40B4-BE49-F238E27FC236}">
                      <a16:creationId xmlns:a16="http://schemas.microsoft.com/office/drawing/2014/main" id="{902A81A6-28D8-4522-B490-B37A255B8416}"/>
                    </a:ext>
                  </a:extLst>
                </p:cNvPr>
                <p:cNvSpPr/>
                <p:nvPr/>
              </p:nvSpPr>
              <p:spPr>
                <a:xfrm>
                  <a:off x="6838507" y="2926994"/>
                  <a:ext cx="109764" cy="2394576"/>
                </a:xfrm>
                <a:custGeom>
                  <a:avLst/>
                  <a:gdLst>
                    <a:gd name="connsiteX0" fmla="*/ 0 w 292813"/>
                    <a:gd name="connsiteY0" fmla="*/ 6393351 h 6387957"/>
                    <a:gd name="connsiteX1" fmla="*/ 0 w 292813"/>
                    <a:gd name="connsiteY1" fmla="*/ 0 h 6387957"/>
                    <a:gd name="connsiteX2" fmla="*/ 295125 w 292813"/>
                    <a:gd name="connsiteY2" fmla="*/ 0 h 6387957"/>
                    <a:gd name="connsiteX3" fmla="*/ 295125 w 292813"/>
                    <a:gd name="connsiteY3" fmla="*/ 639335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92813" h="6387957">
                      <a:moveTo>
                        <a:pt x="0" y="6393351"/>
                      </a:moveTo>
                      <a:cubicBezTo>
                        <a:pt x="0" y="4261207"/>
                        <a:pt x="0" y="2131374"/>
                        <a:pt x="0" y="0"/>
                      </a:cubicBezTo>
                      <a:cubicBezTo>
                        <a:pt x="99403" y="0"/>
                        <a:pt x="196493" y="0"/>
                        <a:pt x="295125" y="0"/>
                      </a:cubicBezTo>
                      <a:cubicBezTo>
                        <a:pt x="295125" y="2132145"/>
                        <a:pt x="295125" y="4261207"/>
                        <a:pt x="295125" y="639335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24" name="Freeform: Shape 23">
                  <a:extLst>
                    <a:ext uri="{FF2B5EF4-FFF2-40B4-BE49-F238E27FC236}">
                      <a16:creationId xmlns:a16="http://schemas.microsoft.com/office/drawing/2014/main" id="{2A569EB6-2490-40DF-9A4A-639E65D35F5C}"/>
                    </a:ext>
                  </a:extLst>
                </p:cNvPr>
                <p:cNvSpPr/>
                <p:nvPr/>
              </p:nvSpPr>
              <p:spPr>
                <a:xfrm>
                  <a:off x="6980994" y="2927282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258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2581"/>
                      </a:moveTo>
                      <a:cubicBezTo>
                        <a:pt x="0" y="4261978"/>
                        <a:pt x="0" y="2132145"/>
                        <a:pt x="0" y="0"/>
                      </a:cubicBezTo>
                      <a:cubicBezTo>
                        <a:pt x="33904" y="0"/>
                        <a:pt x="67809" y="0"/>
                        <a:pt x="103255" y="0"/>
                      </a:cubicBezTo>
                      <a:cubicBezTo>
                        <a:pt x="103255" y="2130603"/>
                        <a:pt x="103255" y="4258895"/>
                        <a:pt x="10325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25" name="Freeform: Shape 24">
                  <a:extLst>
                    <a:ext uri="{FF2B5EF4-FFF2-40B4-BE49-F238E27FC236}">
                      <a16:creationId xmlns:a16="http://schemas.microsoft.com/office/drawing/2014/main" id="{7DC04B7B-FFF7-4CAC-BF2B-7AF98E950FE2}"/>
                    </a:ext>
                  </a:extLst>
                </p:cNvPr>
                <p:cNvSpPr/>
                <p:nvPr/>
              </p:nvSpPr>
              <p:spPr>
                <a:xfrm>
                  <a:off x="7065051" y="2926994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258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2581"/>
                      </a:moveTo>
                      <a:cubicBezTo>
                        <a:pt x="0" y="4261978"/>
                        <a:pt x="0" y="2132145"/>
                        <a:pt x="0" y="0"/>
                      </a:cubicBezTo>
                      <a:cubicBezTo>
                        <a:pt x="33904" y="0"/>
                        <a:pt x="67809" y="0"/>
                        <a:pt x="103255" y="0"/>
                      </a:cubicBezTo>
                      <a:cubicBezTo>
                        <a:pt x="103255" y="2130603"/>
                        <a:pt x="103255" y="4258895"/>
                        <a:pt x="10325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26" name="Freeform: Shape 25">
                  <a:extLst>
                    <a:ext uri="{FF2B5EF4-FFF2-40B4-BE49-F238E27FC236}">
                      <a16:creationId xmlns:a16="http://schemas.microsoft.com/office/drawing/2014/main" id="{99FD279C-9B71-46A5-9519-57C2FDE43882}"/>
                    </a:ext>
                  </a:extLst>
                </p:cNvPr>
                <p:cNvSpPr/>
                <p:nvPr/>
              </p:nvSpPr>
              <p:spPr>
                <a:xfrm>
                  <a:off x="6754449" y="2926127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258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2581"/>
                      </a:moveTo>
                      <a:cubicBezTo>
                        <a:pt x="0" y="4261978"/>
                        <a:pt x="0" y="2132145"/>
                        <a:pt x="0" y="0"/>
                      </a:cubicBezTo>
                      <a:cubicBezTo>
                        <a:pt x="33905" y="0"/>
                        <a:pt x="67810" y="0"/>
                        <a:pt x="103255" y="0"/>
                      </a:cubicBezTo>
                      <a:cubicBezTo>
                        <a:pt x="103255" y="2131374"/>
                        <a:pt x="103255" y="4260436"/>
                        <a:pt x="10325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27" name="Freeform: Shape 26">
                  <a:extLst>
                    <a:ext uri="{FF2B5EF4-FFF2-40B4-BE49-F238E27FC236}">
                      <a16:creationId xmlns:a16="http://schemas.microsoft.com/office/drawing/2014/main" id="{E77F362F-1E3A-429A-8A7A-092562BB2825}"/>
                    </a:ext>
                  </a:extLst>
                </p:cNvPr>
                <p:cNvSpPr/>
                <p:nvPr/>
              </p:nvSpPr>
              <p:spPr>
                <a:xfrm>
                  <a:off x="6334914" y="2927282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335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335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3351"/>
                      </a:moveTo>
                      <a:cubicBezTo>
                        <a:pt x="0" y="4262748"/>
                        <a:pt x="0" y="2132915"/>
                        <a:pt x="0" y="0"/>
                      </a:cubicBezTo>
                      <a:cubicBezTo>
                        <a:pt x="33904" y="0"/>
                        <a:pt x="67809" y="0"/>
                        <a:pt x="103255" y="0"/>
                      </a:cubicBezTo>
                      <a:cubicBezTo>
                        <a:pt x="103255" y="2131374"/>
                        <a:pt x="103255" y="4260436"/>
                        <a:pt x="103255" y="639335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28" name="Freeform: Shape 27">
                  <a:extLst>
                    <a:ext uri="{FF2B5EF4-FFF2-40B4-BE49-F238E27FC236}">
                      <a16:creationId xmlns:a16="http://schemas.microsoft.com/office/drawing/2014/main" id="{BA25F615-E11E-4379-BA54-9819ACDC6FD8}"/>
                    </a:ext>
                  </a:extLst>
                </p:cNvPr>
                <p:cNvSpPr/>
                <p:nvPr/>
              </p:nvSpPr>
              <p:spPr>
                <a:xfrm>
                  <a:off x="6159871" y="2926127"/>
                  <a:ext cx="37550" cy="2397464"/>
                </a:xfrm>
                <a:custGeom>
                  <a:avLst/>
                  <a:gdLst>
                    <a:gd name="connsiteX0" fmla="*/ 0 w 100173"/>
                    <a:gd name="connsiteY0" fmla="*/ 6395663 h 6395662"/>
                    <a:gd name="connsiteX1" fmla="*/ 0 w 100173"/>
                    <a:gd name="connsiteY1" fmla="*/ 0 h 6395662"/>
                    <a:gd name="connsiteX2" fmla="*/ 52398 w 100173"/>
                    <a:gd name="connsiteY2" fmla="*/ 0 h 6395662"/>
                    <a:gd name="connsiteX3" fmla="*/ 103255 w 100173"/>
                    <a:gd name="connsiteY3" fmla="*/ 0 h 6395662"/>
                    <a:gd name="connsiteX4" fmla="*/ 103255 w 100173"/>
                    <a:gd name="connsiteY4" fmla="*/ 6395663 h 63956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00173" h="6395662">
                      <a:moveTo>
                        <a:pt x="0" y="6395663"/>
                      </a:moveTo>
                      <a:cubicBezTo>
                        <a:pt x="0" y="4265060"/>
                        <a:pt x="0" y="2135227"/>
                        <a:pt x="0" y="0"/>
                      </a:cubicBezTo>
                      <a:cubicBezTo>
                        <a:pt x="17723" y="0"/>
                        <a:pt x="34675" y="0"/>
                        <a:pt x="52398" y="0"/>
                      </a:cubicBezTo>
                      <a:cubicBezTo>
                        <a:pt x="68580" y="0"/>
                        <a:pt x="84762" y="0"/>
                        <a:pt x="103255" y="0"/>
                      </a:cubicBezTo>
                      <a:cubicBezTo>
                        <a:pt x="103255" y="2132915"/>
                        <a:pt x="103255" y="4261977"/>
                        <a:pt x="103255" y="6395663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29" name="Freeform: Shape 28">
                  <a:extLst>
                    <a:ext uri="{FF2B5EF4-FFF2-40B4-BE49-F238E27FC236}">
                      <a16:creationId xmlns:a16="http://schemas.microsoft.com/office/drawing/2014/main" id="{43767ECE-21FE-4B4C-89B1-0E19BEADDA56}"/>
                    </a:ext>
                  </a:extLst>
                </p:cNvPr>
                <p:cNvSpPr/>
                <p:nvPr/>
              </p:nvSpPr>
              <p:spPr>
                <a:xfrm>
                  <a:off x="6231712" y="2926127"/>
                  <a:ext cx="72212" cy="2394576"/>
                </a:xfrm>
                <a:custGeom>
                  <a:avLst/>
                  <a:gdLst>
                    <a:gd name="connsiteX0" fmla="*/ 0 w 192640"/>
                    <a:gd name="connsiteY0" fmla="*/ 6392581 h 6387957"/>
                    <a:gd name="connsiteX1" fmla="*/ 0 w 192640"/>
                    <a:gd name="connsiteY1" fmla="*/ 0 h 6387957"/>
                    <a:gd name="connsiteX2" fmla="*/ 198805 w 192640"/>
                    <a:gd name="connsiteY2" fmla="*/ 0 h 6387957"/>
                    <a:gd name="connsiteX3" fmla="*/ 198805 w 192640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2640" h="6387957">
                      <a:moveTo>
                        <a:pt x="0" y="6392581"/>
                      </a:moveTo>
                      <a:cubicBezTo>
                        <a:pt x="0" y="4261207"/>
                        <a:pt x="0" y="2132145"/>
                        <a:pt x="0" y="0"/>
                      </a:cubicBezTo>
                      <a:cubicBezTo>
                        <a:pt x="66268" y="0"/>
                        <a:pt x="131766" y="0"/>
                        <a:pt x="198805" y="0"/>
                      </a:cubicBezTo>
                      <a:cubicBezTo>
                        <a:pt x="198805" y="2131374"/>
                        <a:pt x="198805" y="4261207"/>
                        <a:pt x="19880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30" name="Freeform: Shape 29">
                  <a:extLst>
                    <a:ext uri="{FF2B5EF4-FFF2-40B4-BE49-F238E27FC236}">
                      <a16:creationId xmlns:a16="http://schemas.microsoft.com/office/drawing/2014/main" id="{E117A468-C0B3-46FD-8EC1-6AE134264BA0}"/>
                    </a:ext>
                  </a:extLst>
                </p:cNvPr>
                <p:cNvSpPr/>
                <p:nvPr/>
              </p:nvSpPr>
              <p:spPr>
                <a:xfrm>
                  <a:off x="6598401" y="2927282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258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2581"/>
                      </a:moveTo>
                      <a:cubicBezTo>
                        <a:pt x="0" y="4261207"/>
                        <a:pt x="0" y="2131374"/>
                        <a:pt x="0" y="0"/>
                      </a:cubicBezTo>
                      <a:cubicBezTo>
                        <a:pt x="34675" y="0"/>
                        <a:pt x="67809" y="0"/>
                        <a:pt x="103255" y="0"/>
                      </a:cubicBezTo>
                      <a:cubicBezTo>
                        <a:pt x="103255" y="2130603"/>
                        <a:pt x="103255" y="4260437"/>
                        <a:pt x="10325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31" name="Freeform: Shape 30">
                  <a:extLst>
                    <a:ext uri="{FF2B5EF4-FFF2-40B4-BE49-F238E27FC236}">
                      <a16:creationId xmlns:a16="http://schemas.microsoft.com/office/drawing/2014/main" id="{939B7FCC-CDDF-4A11-A2F1-C8F70FF2EEB4}"/>
                    </a:ext>
                  </a:extLst>
                </p:cNvPr>
                <p:cNvSpPr/>
                <p:nvPr/>
              </p:nvSpPr>
              <p:spPr>
                <a:xfrm>
                  <a:off x="6680669" y="2927282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258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2581"/>
                      </a:moveTo>
                      <a:cubicBezTo>
                        <a:pt x="0" y="4261978"/>
                        <a:pt x="0" y="2132145"/>
                        <a:pt x="0" y="0"/>
                      </a:cubicBezTo>
                      <a:cubicBezTo>
                        <a:pt x="33905" y="0"/>
                        <a:pt x="67810" y="0"/>
                        <a:pt x="103255" y="0"/>
                      </a:cubicBezTo>
                      <a:cubicBezTo>
                        <a:pt x="103255" y="2131374"/>
                        <a:pt x="103255" y="4260436"/>
                        <a:pt x="10325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32" name="Freeform: Shape 31">
                  <a:extLst>
                    <a:ext uri="{FF2B5EF4-FFF2-40B4-BE49-F238E27FC236}">
                      <a16:creationId xmlns:a16="http://schemas.microsoft.com/office/drawing/2014/main" id="{79A45683-A3FC-4243-9523-B723BBD003A1}"/>
                    </a:ext>
                  </a:extLst>
                </p:cNvPr>
                <p:cNvSpPr/>
                <p:nvPr/>
              </p:nvSpPr>
              <p:spPr>
                <a:xfrm>
                  <a:off x="6516134" y="2927282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181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181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1811"/>
                      </a:moveTo>
                      <a:cubicBezTo>
                        <a:pt x="0" y="4261978"/>
                        <a:pt x="0" y="2132145"/>
                        <a:pt x="0" y="0"/>
                      </a:cubicBezTo>
                      <a:cubicBezTo>
                        <a:pt x="33134" y="0"/>
                        <a:pt x="67039" y="0"/>
                        <a:pt x="103255" y="0"/>
                      </a:cubicBezTo>
                      <a:cubicBezTo>
                        <a:pt x="103255" y="2130603"/>
                        <a:pt x="103255" y="4260436"/>
                        <a:pt x="103255" y="639181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33" name="Freeform: Shape 32">
                  <a:extLst>
                    <a:ext uri="{FF2B5EF4-FFF2-40B4-BE49-F238E27FC236}">
                      <a16:creationId xmlns:a16="http://schemas.microsoft.com/office/drawing/2014/main" id="{B40B3F0D-8DF8-4702-99BD-23B1475CD452}"/>
                    </a:ext>
                  </a:extLst>
                </p:cNvPr>
                <p:cNvSpPr/>
                <p:nvPr/>
              </p:nvSpPr>
              <p:spPr>
                <a:xfrm>
                  <a:off x="6399205" y="2927282"/>
                  <a:ext cx="72212" cy="2394576"/>
                </a:xfrm>
                <a:custGeom>
                  <a:avLst/>
                  <a:gdLst>
                    <a:gd name="connsiteX0" fmla="*/ 0 w 192640"/>
                    <a:gd name="connsiteY0" fmla="*/ 6392581 h 6387957"/>
                    <a:gd name="connsiteX1" fmla="*/ 0 w 192640"/>
                    <a:gd name="connsiteY1" fmla="*/ 0 h 6387957"/>
                    <a:gd name="connsiteX2" fmla="*/ 198805 w 192640"/>
                    <a:gd name="connsiteY2" fmla="*/ 0 h 6387957"/>
                    <a:gd name="connsiteX3" fmla="*/ 198805 w 192640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2640" h="6387957">
                      <a:moveTo>
                        <a:pt x="0" y="6392581"/>
                      </a:moveTo>
                      <a:cubicBezTo>
                        <a:pt x="0" y="4261207"/>
                        <a:pt x="0" y="2132145"/>
                        <a:pt x="0" y="0"/>
                      </a:cubicBezTo>
                      <a:cubicBezTo>
                        <a:pt x="66268" y="0"/>
                        <a:pt x="131766" y="0"/>
                        <a:pt x="198805" y="0"/>
                      </a:cubicBezTo>
                      <a:cubicBezTo>
                        <a:pt x="198805" y="2131374"/>
                        <a:pt x="198805" y="4261207"/>
                        <a:pt x="19880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34" name="Freeform: Shape 33">
                  <a:extLst>
                    <a:ext uri="{FF2B5EF4-FFF2-40B4-BE49-F238E27FC236}">
                      <a16:creationId xmlns:a16="http://schemas.microsoft.com/office/drawing/2014/main" id="{0B972A39-D5F1-4DBE-B2F6-AA9010526F16}"/>
                    </a:ext>
                  </a:extLst>
                </p:cNvPr>
                <p:cNvSpPr/>
                <p:nvPr/>
              </p:nvSpPr>
              <p:spPr>
                <a:xfrm>
                  <a:off x="5237391" y="2926127"/>
                  <a:ext cx="144425" cy="2394576"/>
                </a:xfrm>
                <a:custGeom>
                  <a:avLst/>
                  <a:gdLst>
                    <a:gd name="connsiteX0" fmla="*/ 0 w 385280"/>
                    <a:gd name="connsiteY0" fmla="*/ 6393351 h 6387957"/>
                    <a:gd name="connsiteX1" fmla="*/ 0 w 385280"/>
                    <a:gd name="connsiteY1" fmla="*/ 0 h 6387957"/>
                    <a:gd name="connsiteX2" fmla="*/ 387593 w 385280"/>
                    <a:gd name="connsiteY2" fmla="*/ 0 h 6387957"/>
                    <a:gd name="connsiteX3" fmla="*/ 387593 w 385280"/>
                    <a:gd name="connsiteY3" fmla="*/ 639335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85280" h="6387957">
                      <a:moveTo>
                        <a:pt x="0" y="6393351"/>
                      </a:moveTo>
                      <a:cubicBezTo>
                        <a:pt x="0" y="4262748"/>
                        <a:pt x="0" y="2132145"/>
                        <a:pt x="0" y="0"/>
                      </a:cubicBezTo>
                      <a:cubicBezTo>
                        <a:pt x="128684" y="0"/>
                        <a:pt x="256597" y="0"/>
                        <a:pt x="387593" y="0"/>
                      </a:cubicBezTo>
                      <a:cubicBezTo>
                        <a:pt x="387593" y="2130603"/>
                        <a:pt x="387593" y="4261207"/>
                        <a:pt x="387593" y="639335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35" name="Freeform: Shape 34">
                  <a:extLst>
                    <a:ext uri="{FF2B5EF4-FFF2-40B4-BE49-F238E27FC236}">
                      <a16:creationId xmlns:a16="http://schemas.microsoft.com/office/drawing/2014/main" id="{C6F21A28-C5C3-423E-816C-EFF154B420AF}"/>
                    </a:ext>
                  </a:extLst>
                </p:cNvPr>
                <p:cNvSpPr/>
                <p:nvPr/>
              </p:nvSpPr>
              <p:spPr>
                <a:xfrm>
                  <a:off x="5123269" y="2926994"/>
                  <a:ext cx="72212" cy="2394576"/>
                </a:xfrm>
                <a:custGeom>
                  <a:avLst/>
                  <a:gdLst>
                    <a:gd name="connsiteX0" fmla="*/ 0 w 192640"/>
                    <a:gd name="connsiteY0" fmla="*/ 6392581 h 6387957"/>
                    <a:gd name="connsiteX1" fmla="*/ 0 w 192640"/>
                    <a:gd name="connsiteY1" fmla="*/ 0 h 6387957"/>
                    <a:gd name="connsiteX2" fmla="*/ 198805 w 192640"/>
                    <a:gd name="connsiteY2" fmla="*/ 0 h 6387957"/>
                    <a:gd name="connsiteX3" fmla="*/ 198805 w 192640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2640" h="6387957">
                      <a:moveTo>
                        <a:pt x="0" y="6392581"/>
                      </a:moveTo>
                      <a:cubicBezTo>
                        <a:pt x="0" y="4261207"/>
                        <a:pt x="0" y="2132145"/>
                        <a:pt x="0" y="0"/>
                      </a:cubicBezTo>
                      <a:cubicBezTo>
                        <a:pt x="67039" y="0"/>
                        <a:pt x="131766" y="0"/>
                        <a:pt x="198805" y="0"/>
                      </a:cubicBezTo>
                      <a:cubicBezTo>
                        <a:pt x="198805" y="2130603"/>
                        <a:pt x="198805" y="4259666"/>
                        <a:pt x="19880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36" name="Freeform: Shape 35">
                  <a:extLst>
                    <a:ext uri="{FF2B5EF4-FFF2-40B4-BE49-F238E27FC236}">
                      <a16:creationId xmlns:a16="http://schemas.microsoft.com/office/drawing/2014/main" id="{CD2D5180-3504-4AF5-A04B-07F487071B22}"/>
                    </a:ext>
                  </a:extLst>
                </p:cNvPr>
                <p:cNvSpPr/>
                <p:nvPr/>
              </p:nvSpPr>
              <p:spPr>
                <a:xfrm>
                  <a:off x="5611343" y="2927282"/>
                  <a:ext cx="72212" cy="2394576"/>
                </a:xfrm>
                <a:custGeom>
                  <a:avLst/>
                  <a:gdLst>
                    <a:gd name="connsiteX0" fmla="*/ 0 w 192640"/>
                    <a:gd name="connsiteY0" fmla="*/ 6392581 h 6387957"/>
                    <a:gd name="connsiteX1" fmla="*/ 0 w 192640"/>
                    <a:gd name="connsiteY1" fmla="*/ 0 h 6387957"/>
                    <a:gd name="connsiteX2" fmla="*/ 198805 w 192640"/>
                    <a:gd name="connsiteY2" fmla="*/ 0 h 6387957"/>
                    <a:gd name="connsiteX3" fmla="*/ 198805 w 192640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2640" h="6387957">
                      <a:moveTo>
                        <a:pt x="0" y="6392581"/>
                      </a:moveTo>
                      <a:cubicBezTo>
                        <a:pt x="0" y="4261207"/>
                        <a:pt x="0" y="2132145"/>
                        <a:pt x="0" y="0"/>
                      </a:cubicBezTo>
                      <a:cubicBezTo>
                        <a:pt x="66268" y="0"/>
                        <a:pt x="131766" y="0"/>
                        <a:pt x="198805" y="0"/>
                      </a:cubicBezTo>
                      <a:cubicBezTo>
                        <a:pt x="198805" y="2131374"/>
                        <a:pt x="198805" y="4261207"/>
                        <a:pt x="19880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37" name="Freeform: Shape 36">
                  <a:extLst>
                    <a:ext uri="{FF2B5EF4-FFF2-40B4-BE49-F238E27FC236}">
                      <a16:creationId xmlns:a16="http://schemas.microsoft.com/office/drawing/2014/main" id="{6078D920-7771-4459-9280-C4992F522CBA}"/>
                    </a:ext>
                  </a:extLst>
                </p:cNvPr>
                <p:cNvSpPr/>
                <p:nvPr/>
              </p:nvSpPr>
              <p:spPr>
                <a:xfrm>
                  <a:off x="5407259" y="2926994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258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2581"/>
                      </a:moveTo>
                      <a:cubicBezTo>
                        <a:pt x="0" y="4261978"/>
                        <a:pt x="0" y="2132145"/>
                        <a:pt x="0" y="0"/>
                      </a:cubicBezTo>
                      <a:cubicBezTo>
                        <a:pt x="34675" y="0"/>
                        <a:pt x="67810" y="0"/>
                        <a:pt x="103255" y="0"/>
                      </a:cubicBezTo>
                      <a:cubicBezTo>
                        <a:pt x="103255" y="2130603"/>
                        <a:pt x="103255" y="4259666"/>
                        <a:pt x="10325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38" name="Freeform: Shape 37">
                  <a:extLst>
                    <a:ext uri="{FF2B5EF4-FFF2-40B4-BE49-F238E27FC236}">
                      <a16:creationId xmlns:a16="http://schemas.microsoft.com/office/drawing/2014/main" id="{C3F5AF82-D5F9-4252-B824-36671DB16639}"/>
                    </a:ext>
                  </a:extLst>
                </p:cNvPr>
                <p:cNvSpPr/>
                <p:nvPr/>
              </p:nvSpPr>
              <p:spPr>
                <a:xfrm>
                  <a:off x="5470252" y="2926994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258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2581"/>
                      </a:moveTo>
                      <a:cubicBezTo>
                        <a:pt x="0" y="4261978"/>
                        <a:pt x="0" y="2132145"/>
                        <a:pt x="0" y="0"/>
                      </a:cubicBezTo>
                      <a:cubicBezTo>
                        <a:pt x="34675" y="0"/>
                        <a:pt x="67809" y="0"/>
                        <a:pt x="103255" y="0"/>
                      </a:cubicBezTo>
                      <a:cubicBezTo>
                        <a:pt x="103255" y="2130603"/>
                        <a:pt x="103255" y="4259666"/>
                        <a:pt x="10325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39" name="Freeform: Shape 38">
                  <a:extLst>
                    <a:ext uri="{FF2B5EF4-FFF2-40B4-BE49-F238E27FC236}">
                      <a16:creationId xmlns:a16="http://schemas.microsoft.com/office/drawing/2014/main" id="{608790BC-CF74-4127-A790-27CC4E8D7766}"/>
                    </a:ext>
                  </a:extLst>
                </p:cNvPr>
                <p:cNvSpPr/>
                <p:nvPr/>
              </p:nvSpPr>
              <p:spPr>
                <a:xfrm>
                  <a:off x="5533244" y="2926127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258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2581"/>
                      </a:moveTo>
                      <a:cubicBezTo>
                        <a:pt x="0" y="4261978"/>
                        <a:pt x="0" y="2132145"/>
                        <a:pt x="0" y="0"/>
                      </a:cubicBezTo>
                      <a:cubicBezTo>
                        <a:pt x="34675" y="0"/>
                        <a:pt x="67809" y="0"/>
                        <a:pt x="103255" y="0"/>
                      </a:cubicBezTo>
                      <a:cubicBezTo>
                        <a:pt x="103255" y="2130603"/>
                        <a:pt x="103255" y="4259666"/>
                        <a:pt x="10325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itchFamily="18" charset="0"/>
                  </a:endParaRPr>
                </a:p>
              </p:txBody>
            </p:sp>
          </p:grpSp>
        </p:grp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79445F8C-1794-4081-97F9-DDCDE8889481}"/>
                </a:ext>
              </a:extLst>
            </p:cNvPr>
            <p:cNvGrpSpPr/>
            <p:nvPr/>
          </p:nvGrpSpPr>
          <p:grpSpPr>
            <a:xfrm>
              <a:off x="166248" y="6490548"/>
              <a:ext cx="4247655" cy="273466"/>
              <a:chOff x="4366684" y="2926127"/>
              <a:chExt cx="3278335" cy="2571063"/>
            </a:xfrm>
          </p:grpSpPr>
          <p:sp>
            <p:nvSpPr>
              <p:cNvPr id="41" name="Freeform: Shape 4">
                <a:extLst>
                  <a:ext uri="{FF2B5EF4-FFF2-40B4-BE49-F238E27FC236}">
                    <a16:creationId xmlns:a16="http://schemas.microsoft.com/office/drawing/2014/main" id="{74D575C7-16A7-4D8B-BCCC-3A2CC2EAF554}"/>
                  </a:ext>
                </a:extLst>
              </p:cNvPr>
              <p:cNvSpPr/>
              <p:nvPr/>
            </p:nvSpPr>
            <p:spPr>
              <a:xfrm>
                <a:off x="4744501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3351 h 6387957"/>
                  <a:gd name="connsiteX1" fmla="*/ 0 w 192640"/>
                  <a:gd name="connsiteY1" fmla="*/ 0 h 6387957"/>
                  <a:gd name="connsiteX2" fmla="*/ 198034 w 192640"/>
                  <a:gd name="connsiteY2" fmla="*/ 0 h 6387957"/>
                  <a:gd name="connsiteX3" fmla="*/ 198034 w 19264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solidFill>
                <a:schemeClr val="accent5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42" name="Freeform: Shape 5">
                <a:extLst>
                  <a:ext uri="{FF2B5EF4-FFF2-40B4-BE49-F238E27FC236}">
                    <a16:creationId xmlns:a16="http://schemas.microsoft.com/office/drawing/2014/main" id="{F6284352-7A7E-48DA-8B26-7B51CCB5A721}"/>
                  </a:ext>
                </a:extLst>
              </p:cNvPr>
              <p:cNvSpPr/>
              <p:nvPr/>
            </p:nvSpPr>
            <p:spPr>
              <a:xfrm>
                <a:off x="467662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chemeClr val="accent5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43" name="Freeform: Shape 6">
                <a:extLst>
                  <a:ext uri="{FF2B5EF4-FFF2-40B4-BE49-F238E27FC236}">
                    <a16:creationId xmlns:a16="http://schemas.microsoft.com/office/drawing/2014/main" id="{8AB1A5A0-486E-4510-BCA8-845A3DA94D58}"/>
                  </a:ext>
                </a:extLst>
              </p:cNvPr>
              <p:cNvSpPr/>
              <p:nvPr/>
            </p:nvSpPr>
            <p:spPr>
              <a:xfrm>
                <a:off x="5706626" y="2927282"/>
                <a:ext cx="109764" cy="2394576"/>
              </a:xfrm>
              <a:custGeom>
                <a:avLst/>
                <a:gdLst>
                  <a:gd name="connsiteX0" fmla="*/ 0 w 292813"/>
                  <a:gd name="connsiteY0" fmla="*/ 639258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97091" y="0"/>
                      <a:pt x="194952" y="0"/>
                      <a:pt x="295125" y="0"/>
                    </a:cubicBezTo>
                    <a:cubicBezTo>
                      <a:pt x="295125" y="2130603"/>
                      <a:pt x="295125" y="4259666"/>
                      <a:pt x="295125" y="6392581"/>
                    </a:cubicBezTo>
                  </a:path>
                </a:pathLst>
              </a:custGeom>
              <a:solidFill>
                <a:schemeClr val="accent2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44" name="Freeform: Shape 7">
                <a:extLst>
                  <a:ext uri="{FF2B5EF4-FFF2-40B4-BE49-F238E27FC236}">
                    <a16:creationId xmlns:a16="http://schemas.microsoft.com/office/drawing/2014/main" id="{D81590AB-AD28-44BD-8461-22FE3E26E6E0}"/>
                  </a:ext>
                </a:extLst>
              </p:cNvPr>
              <p:cNvSpPr/>
              <p:nvPr/>
            </p:nvSpPr>
            <p:spPr>
              <a:xfrm>
                <a:off x="5022376" y="2926994"/>
                <a:ext cx="75101" cy="2394576"/>
              </a:xfrm>
              <a:custGeom>
                <a:avLst/>
                <a:gdLst>
                  <a:gd name="connsiteX0" fmla="*/ 0 w 200346"/>
                  <a:gd name="connsiteY0" fmla="*/ 6392581 h 6387957"/>
                  <a:gd name="connsiteX1" fmla="*/ 0 w 200346"/>
                  <a:gd name="connsiteY1" fmla="*/ 0 h 6387957"/>
                  <a:gd name="connsiteX2" fmla="*/ 201117 w 200346"/>
                  <a:gd name="connsiteY2" fmla="*/ 0 h 6387957"/>
                  <a:gd name="connsiteX3" fmla="*/ 201117 w 200346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0346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3307" y="0"/>
                      <a:pt x="201117" y="0"/>
                    </a:cubicBezTo>
                    <a:cubicBezTo>
                      <a:pt x="201117" y="2131374"/>
                      <a:pt x="201117" y="4260437"/>
                      <a:pt x="201117" y="6392581"/>
                    </a:cubicBezTo>
                  </a:path>
                </a:pathLst>
              </a:custGeom>
              <a:solidFill>
                <a:schemeClr val="accent4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45" name="Freeform: Shape 8">
                <a:extLst>
                  <a:ext uri="{FF2B5EF4-FFF2-40B4-BE49-F238E27FC236}">
                    <a16:creationId xmlns:a16="http://schemas.microsoft.com/office/drawing/2014/main" id="{C3640730-A67E-4C43-A7C2-B4C32BF965C4}"/>
                  </a:ext>
                </a:extLst>
              </p:cNvPr>
              <p:cNvSpPr/>
              <p:nvPr/>
            </p:nvSpPr>
            <p:spPr>
              <a:xfrm>
                <a:off x="4877829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60437"/>
                      <a:pt x="198805" y="6392581"/>
                    </a:cubicBezTo>
                  </a:path>
                </a:pathLst>
              </a:custGeom>
              <a:solidFill>
                <a:schemeClr val="accent4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46" name="Freeform: Shape 9">
                <a:extLst>
                  <a:ext uri="{FF2B5EF4-FFF2-40B4-BE49-F238E27FC236}">
                    <a16:creationId xmlns:a16="http://schemas.microsoft.com/office/drawing/2014/main" id="{8F91D3B5-0631-4E10-8E8F-A90BDB6CEF8C}"/>
                  </a:ext>
                </a:extLst>
              </p:cNvPr>
              <p:cNvSpPr/>
              <p:nvPr/>
            </p:nvSpPr>
            <p:spPr>
              <a:xfrm>
                <a:off x="4559765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3351 h 6387957"/>
                  <a:gd name="connsiteX1" fmla="*/ 0 w 192640"/>
                  <a:gd name="connsiteY1" fmla="*/ 0 h 6387957"/>
                  <a:gd name="connsiteX2" fmla="*/ 198034 w 192640"/>
                  <a:gd name="connsiteY2" fmla="*/ 0 h 6387957"/>
                  <a:gd name="connsiteX3" fmla="*/ 198034 w 19264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solidFill>
                <a:schemeClr val="accent6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47" name="Freeform: Shape 10">
                <a:extLst>
                  <a:ext uri="{FF2B5EF4-FFF2-40B4-BE49-F238E27FC236}">
                    <a16:creationId xmlns:a16="http://schemas.microsoft.com/office/drawing/2014/main" id="{9833ED5E-247A-4AFE-956E-D90EE783EDB3}"/>
                  </a:ext>
                </a:extLst>
              </p:cNvPr>
              <p:cNvSpPr/>
              <p:nvPr/>
            </p:nvSpPr>
            <p:spPr>
              <a:xfrm>
                <a:off x="4433987" y="2926705"/>
                <a:ext cx="37550" cy="2567886"/>
              </a:xfrm>
              <a:custGeom>
                <a:avLst/>
                <a:gdLst>
                  <a:gd name="connsiteX0" fmla="*/ 0 w 100173"/>
                  <a:gd name="connsiteY0" fmla="*/ 685491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4716"/>
                      <a:pt x="103255" y="4567891"/>
                      <a:pt x="103255" y="6854918"/>
                    </a:cubicBezTo>
                  </a:path>
                </a:pathLst>
              </a:custGeom>
              <a:solidFill>
                <a:schemeClr val="accent6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48" name="Freeform: Shape 11">
                <a:extLst>
                  <a:ext uri="{FF2B5EF4-FFF2-40B4-BE49-F238E27FC236}">
                    <a16:creationId xmlns:a16="http://schemas.microsoft.com/office/drawing/2014/main" id="{E5EC525C-3908-4545-B9F0-C982F2420877}"/>
                  </a:ext>
                </a:extLst>
              </p:cNvPr>
              <p:cNvSpPr/>
              <p:nvPr/>
            </p:nvSpPr>
            <p:spPr>
              <a:xfrm>
                <a:off x="4366684" y="2927282"/>
                <a:ext cx="37550" cy="2567886"/>
              </a:xfrm>
              <a:custGeom>
                <a:avLst/>
                <a:gdLst>
                  <a:gd name="connsiteX0" fmla="*/ 0 w 100173"/>
                  <a:gd name="connsiteY0" fmla="*/ 685414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148"/>
                    </a:moveTo>
                    <a:cubicBezTo>
                      <a:pt x="0" y="4569432"/>
                      <a:pt x="0" y="2286257"/>
                      <a:pt x="0" y="0"/>
                    </a:cubicBezTo>
                    <a:cubicBezTo>
                      <a:pt x="33905" y="0"/>
                      <a:pt x="67809" y="0"/>
                      <a:pt x="103255" y="0"/>
                    </a:cubicBezTo>
                    <a:cubicBezTo>
                      <a:pt x="103255" y="2285486"/>
                      <a:pt x="103255" y="4568661"/>
                      <a:pt x="103255" y="6854918"/>
                    </a:cubicBezTo>
                  </a:path>
                </a:pathLst>
              </a:custGeom>
              <a:solidFill>
                <a:schemeClr val="accent6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49" name="Freeform: Shape 12">
                <a:extLst>
                  <a:ext uri="{FF2B5EF4-FFF2-40B4-BE49-F238E27FC236}">
                    <a16:creationId xmlns:a16="http://schemas.microsoft.com/office/drawing/2014/main" id="{09C432BF-83BF-44C7-8A68-9B35111165C4}"/>
                  </a:ext>
                </a:extLst>
              </p:cNvPr>
              <p:cNvSpPr/>
              <p:nvPr/>
            </p:nvSpPr>
            <p:spPr>
              <a:xfrm>
                <a:off x="5957386" y="2926705"/>
                <a:ext cx="37550" cy="2567886"/>
              </a:xfrm>
              <a:custGeom>
                <a:avLst/>
                <a:gdLst>
                  <a:gd name="connsiteX0" fmla="*/ 0 w 100173"/>
                  <a:gd name="connsiteY0" fmla="*/ 685491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3945"/>
                      <a:pt x="103255" y="4567891"/>
                      <a:pt x="103255" y="6854918"/>
                    </a:cubicBezTo>
                  </a:path>
                </a:pathLst>
              </a:custGeom>
              <a:solidFill>
                <a:schemeClr val="accent6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50" name="Freeform: Shape 13">
                <a:extLst>
                  <a:ext uri="{FF2B5EF4-FFF2-40B4-BE49-F238E27FC236}">
                    <a16:creationId xmlns:a16="http://schemas.microsoft.com/office/drawing/2014/main" id="{4D5F14F6-BD9C-4471-B822-35693E0ECCEE}"/>
                  </a:ext>
                </a:extLst>
              </p:cNvPr>
              <p:cNvSpPr/>
              <p:nvPr/>
            </p:nvSpPr>
            <p:spPr>
              <a:xfrm>
                <a:off x="6024689" y="2926127"/>
                <a:ext cx="37550" cy="2567886"/>
              </a:xfrm>
              <a:custGeom>
                <a:avLst/>
                <a:gdLst>
                  <a:gd name="connsiteX0" fmla="*/ 0 w 100173"/>
                  <a:gd name="connsiteY0" fmla="*/ 6857230 h 6850294"/>
                  <a:gd name="connsiteX1" fmla="*/ 0 w 100173"/>
                  <a:gd name="connsiteY1" fmla="*/ 0 h 6850294"/>
                  <a:gd name="connsiteX2" fmla="*/ 52398 w 100173"/>
                  <a:gd name="connsiteY2" fmla="*/ 0 h 6850294"/>
                  <a:gd name="connsiteX3" fmla="*/ 103255 w 100173"/>
                  <a:gd name="connsiteY3" fmla="*/ 0 h 6850294"/>
                  <a:gd name="connsiteX4" fmla="*/ 103255 w 100173"/>
                  <a:gd name="connsiteY4" fmla="*/ 6857230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173" h="6850294">
                    <a:moveTo>
                      <a:pt x="0" y="6857230"/>
                    </a:moveTo>
                    <a:cubicBezTo>
                      <a:pt x="0" y="4572514"/>
                      <a:pt x="0" y="2288569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287798"/>
                      <a:pt x="103255" y="4571743"/>
                      <a:pt x="103255" y="6857230"/>
                    </a:cubicBezTo>
                  </a:path>
                </a:pathLst>
              </a:custGeom>
              <a:solidFill>
                <a:schemeClr val="accent6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51" name="Freeform: Shape 14">
                <a:extLst>
                  <a:ext uri="{FF2B5EF4-FFF2-40B4-BE49-F238E27FC236}">
                    <a16:creationId xmlns:a16="http://schemas.microsoft.com/office/drawing/2014/main" id="{35B6ED53-E8E4-4DE2-BE76-D07542427D91}"/>
                  </a:ext>
                </a:extLst>
              </p:cNvPr>
              <p:cNvSpPr/>
              <p:nvPr/>
            </p:nvSpPr>
            <p:spPr>
              <a:xfrm>
                <a:off x="5890084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1714 w 100173"/>
                  <a:gd name="connsiteY2" fmla="*/ 0 h 6387957"/>
                  <a:gd name="connsiteX3" fmla="*/ 101714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33904" y="0"/>
                      <a:pt x="67039" y="0"/>
                      <a:pt x="101714" y="0"/>
                    </a:cubicBezTo>
                    <a:cubicBezTo>
                      <a:pt x="101714" y="2130603"/>
                      <a:pt x="101714" y="4260437"/>
                      <a:pt x="101714" y="6392581"/>
                    </a:cubicBezTo>
                  </a:path>
                </a:pathLst>
              </a:custGeom>
              <a:solidFill>
                <a:schemeClr val="accent6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52" name="Freeform: Shape 15">
                <a:extLst>
                  <a:ext uri="{FF2B5EF4-FFF2-40B4-BE49-F238E27FC236}">
                    <a16:creationId xmlns:a16="http://schemas.microsoft.com/office/drawing/2014/main" id="{A8A97A24-DC2C-49EC-B707-A0A7A527B0A9}"/>
                  </a:ext>
                </a:extLst>
              </p:cNvPr>
              <p:cNvSpPr/>
              <p:nvPr/>
            </p:nvSpPr>
            <p:spPr>
              <a:xfrm>
                <a:off x="609199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335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3351"/>
                    </a:moveTo>
                    <a:cubicBezTo>
                      <a:pt x="0" y="4261978"/>
                      <a:pt x="0" y="213291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1374"/>
                      <a:pt x="103255" y="4261207"/>
                      <a:pt x="103255" y="6393351"/>
                    </a:cubicBezTo>
                  </a:path>
                </a:pathLst>
              </a:custGeom>
              <a:solidFill>
                <a:schemeClr val="accent6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53" name="Freeform: Shape 16">
                <a:extLst>
                  <a:ext uri="{FF2B5EF4-FFF2-40B4-BE49-F238E27FC236}">
                    <a16:creationId xmlns:a16="http://schemas.microsoft.com/office/drawing/2014/main" id="{4ED0FC69-47AA-4FC9-8D08-3147EA5A1734}"/>
                  </a:ext>
                </a:extLst>
              </p:cNvPr>
              <p:cNvSpPr/>
              <p:nvPr/>
            </p:nvSpPr>
            <p:spPr>
              <a:xfrm>
                <a:off x="7139759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chemeClr val="accent2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54" name="Freeform: Shape 17">
                <a:extLst>
                  <a:ext uri="{FF2B5EF4-FFF2-40B4-BE49-F238E27FC236}">
                    <a16:creationId xmlns:a16="http://schemas.microsoft.com/office/drawing/2014/main" id="{2757EAE5-8C6A-452C-9A4B-7A71BBF68BB8}"/>
                  </a:ext>
                </a:extLst>
              </p:cNvPr>
              <p:cNvSpPr/>
              <p:nvPr/>
            </p:nvSpPr>
            <p:spPr>
              <a:xfrm>
                <a:off x="7280788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chemeClr val="accent2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55" name="Freeform: Shape 18">
                <a:extLst>
                  <a:ext uri="{FF2B5EF4-FFF2-40B4-BE49-F238E27FC236}">
                    <a16:creationId xmlns:a16="http://schemas.microsoft.com/office/drawing/2014/main" id="{9A398514-6CBA-493F-8416-AE84CB3E34D9}"/>
                  </a:ext>
                </a:extLst>
              </p:cNvPr>
              <p:cNvSpPr/>
              <p:nvPr/>
            </p:nvSpPr>
            <p:spPr>
              <a:xfrm>
                <a:off x="7349773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99402" y="0"/>
                      <a:pt x="195722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chemeClr val="accent1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56" name="Freeform: Shape 19">
                <a:extLst>
                  <a:ext uri="{FF2B5EF4-FFF2-40B4-BE49-F238E27FC236}">
                    <a16:creationId xmlns:a16="http://schemas.microsoft.com/office/drawing/2014/main" id="{248BDF24-2CD8-4F98-A671-38A09AFC3B84}"/>
                  </a:ext>
                </a:extLst>
              </p:cNvPr>
              <p:cNvSpPr/>
              <p:nvPr/>
            </p:nvSpPr>
            <p:spPr>
              <a:xfrm>
                <a:off x="7548511" y="2927282"/>
                <a:ext cx="41911" cy="2569908"/>
              </a:xfrm>
              <a:custGeom>
                <a:avLst/>
                <a:gdLst>
                  <a:gd name="connsiteX0" fmla="*/ 0 w 115584"/>
                  <a:gd name="connsiteY0" fmla="*/ 6753975 h 6850294"/>
                  <a:gd name="connsiteX1" fmla="*/ 13099 w 115584"/>
                  <a:gd name="connsiteY1" fmla="*/ 0 h 6850294"/>
                  <a:gd name="connsiteX2" fmla="*/ 118666 w 115584"/>
                  <a:gd name="connsiteY2" fmla="*/ 0 h 6850294"/>
                  <a:gd name="connsiteX3" fmla="*/ 118666 w 115584"/>
                  <a:gd name="connsiteY3" fmla="*/ 6855688 h 6850294"/>
                  <a:gd name="connsiteX0" fmla="*/ 0 w 111805"/>
                  <a:gd name="connsiteY0" fmla="*/ 6836322 h 6855688"/>
                  <a:gd name="connsiteX1" fmla="*/ 6237 w 111805"/>
                  <a:gd name="connsiteY1" fmla="*/ 0 h 6855688"/>
                  <a:gd name="connsiteX2" fmla="*/ 111804 w 111805"/>
                  <a:gd name="connsiteY2" fmla="*/ 0 h 6855688"/>
                  <a:gd name="connsiteX3" fmla="*/ 111804 w 111805"/>
                  <a:gd name="connsiteY3" fmla="*/ 6855688 h 6855688"/>
                  <a:gd name="connsiteX0" fmla="*/ 0 w 111804"/>
                  <a:gd name="connsiteY0" fmla="*/ 6853478 h 6855688"/>
                  <a:gd name="connsiteX1" fmla="*/ 6237 w 111804"/>
                  <a:gd name="connsiteY1" fmla="*/ 0 h 6855688"/>
                  <a:gd name="connsiteX2" fmla="*/ 111804 w 111804"/>
                  <a:gd name="connsiteY2" fmla="*/ 0 h 6855688"/>
                  <a:gd name="connsiteX3" fmla="*/ 111804 w 111804"/>
                  <a:gd name="connsiteY3" fmla="*/ 6855688 h 68556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1804" h="6855688">
                    <a:moveTo>
                      <a:pt x="0" y="6853478"/>
                    </a:moveTo>
                    <a:cubicBezTo>
                      <a:pt x="14640" y="4603437"/>
                      <a:pt x="3155" y="2253123"/>
                      <a:pt x="6237" y="0"/>
                    </a:cubicBezTo>
                    <a:lnTo>
                      <a:pt x="111804" y="0"/>
                    </a:lnTo>
                    <a:lnTo>
                      <a:pt x="111804" y="6855688"/>
                    </a:lnTo>
                  </a:path>
                </a:pathLst>
              </a:custGeom>
              <a:solidFill>
                <a:schemeClr val="accent1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57" name="Freeform: Shape 20">
                <a:extLst>
                  <a:ext uri="{FF2B5EF4-FFF2-40B4-BE49-F238E27FC236}">
                    <a16:creationId xmlns:a16="http://schemas.microsoft.com/office/drawing/2014/main" id="{7984C3E4-7628-40C8-85CA-E19FCBCEF3F1}"/>
                  </a:ext>
                </a:extLst>
              </p:cNvPr>
              <p:cNvSpPr/>
              <p:nvPr/>
            </p:nvSpPr>
            <p:spPr>
              <a:xfrm>
                <a:off x="7485249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chemeClr val="accent1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58" name="Freeform: Shape 21">
                <a:extLst>
                  <a:ext uri="{FF2B5EF4-FFF2-40B4-BE49-F238E27FC236}">
                    <a16:creationId xmlns:a16="http://schemas.microsoft.com/office/drawing/2014/main" id="{8C53762C-C9DB-488B-A6C3-D2EF997D4824}"/>
                  </a:ext>
                </a:extLst>
              </p:cNvPr>
              <p:cNvSpPr/>
              <p:nvPr/>
            </p:nvSpPr>
            <p:spPr>
              <a:xfrm>
                <a:off x="7616134" y="2926994"/>
                <a:ext cx="28885" cy="2567886"/>
              </a:xfrm>
              <a:custGeom>
                <a:avLst/>
                <a:gdLst>
                  <a:gd name="connsiteX0" fmla="*/ 0 w 77056"/>
                  <a:gd name="connsiteY0" fmla="*/ 6854918 h 6850294"/>
                  <a:gd name="connsiteX1" fmla="*/ 0 w 77056"/>
                  <a:gd name="connsiteY1" fmla="*/ 0 h 6850294"/>
                  <a:gd name="connsiteX2" fmla="*/ 78597 w 77056"/>
                  <a:gd name="connsiteY2" fmla="*/ 0 h 6850294"/>
                  <a:gd name="connsiteX3" fmla="*/ 78597 w 77056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056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25428" y="0"/>
                      <a:pt x="50087" y="0"/>
                      <a:pt x="78597" y="0"/>
                    </a:cubicBezTo>
                    <a:cubicBezTo>
                      <a:pt x="78597" y="2283175"/>
                      <a:pt x="78597" y="4566350"/>
                      <a:pt x="78597" y="6854918"/>
                    </a:cubicBezTo>
                  </a:path>
                </a:pathLst>
              </a:custGeom>
              <a:solidFill>
                <a:schemeClr val="accent1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59" name="Freeform: Shape 22">
                <a:extLst>
                  <a:ext uri="{FF2B5EF4-FFF2-40B4-BE49-F238E27FC236}">
                    <a16:creationId xmlns:a16="http://schemas.microsoft.com/office/drawing/2014/main" id="{1A8ED041-2586-48E4-ACBE-6C2ED338E966}"/>
                  </a:ext>
                </a:extLst>
              </p:cNvPr>
              <p:cNvSpPr/>
              <p:nvPr/>
            </p:nvSpPr>
            <p:spPr>
              <a:xfrm>
                <a:off x="6838507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chemeClr val="accent3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60" name="Freeform: Shape 23">
                <a:extLst>
                  <a:ext uri="{FF2B5EF4-FFF2-40B4-BE49-F238E27FC236}">
                    <a16:creationId xmlns:a16="http://schemas.microsoft.com/office/drawing/2014/main" id="{E2E2C08D-AFC1-4D38-B19D-ECAA791E7E03}"/>
                  </a:ext>
                </a:extLst>
              </p:cNvPr>
              <p:cNvSpPr/>
              <p:nvPr/>
            </p:nvSpPr>
            <p:spPr>
              <a:xfrm>
                <a:off x="698099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solidFill>
                <a:schemeClr val="accent3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61" name="Freeform: Shape 24">
                <a:extLst>
                  <a:ext uri="{FF2B5EF4-FFF2-40B4-BE49-F238E27FC236}">
                    <a16:creationId xmlns:a16="http://schemas.microsoft.com/office/drawing/2014/main" id="{53B015E2-EB41-454F-B249-A3924B2C56A7}"/>
                  </a:ext>
                </a:extLst>
              </p:cNvPr>
              <p:cNvSpPr/>
              <p:nvPr/>
            </p:nvSpPr>
            <p:spPr>
              <a:xfrm>
                <a:off x="706505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solidFill>
                <a:schemeClr val="accent3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62" name="Freeform: Shape 25">
                <a:extLst>
                  <a:ext uri="{FF2B5EF4-FFF2-40B4-BE49-F238E27FC236}">
                    <a16:creationId xmlns:a16="http://schemas.microsoft.com/office/drawing/2014/main" id="{018D5BE2-ED44-4289-8EFA-42F5721FBB85}"/>
                  </a:ext>
                </a:extLst>
              </p:cNvPr>
              <p:cNvSpPr/>
              <p:nvPr/>
            </p:nvSpPr>
            <p:spPr>
              <a:xfrm>
                <a:off x="6754449" y="2926127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solidFill>
                <a:schemeClr val="accent3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63" name="Freeform: Shape 26">
                <a:extLst>
                  <a:ext uri="{FF2B5EF4-FFF2-40B4-BE49-F238E27FC236}">
                    <a16:creationId xmlns:a16="http://schemas.microsoft.com/office/drawing/2014/main" id="{FEBA9FA3-A7E2-4C7A-A66C-36068833FD70}"/>
                  </a:ext>
                </a:extLst>
              </p:cNvPr>
              <p:cNvSpPr/>
              <p:nvPr/>
            </p:nvSpPr>
            <p:spPr>
              <a:xfrm>
                <a:off x="633491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335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3351"/>
                    </a:moveTo>
                    <a:cubicBezTo>
                      <a:pt x="0" y="4262748"/>
                      <a:pt x="0" y="213291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1374"/>
                      <a:pt x="103255" y="4260436"/>
                      <a:pt x="103255" y="6393351"/>
                    </a:cubicBezTo>
                  </a:path>
                </a:pathLst>
              </a:custGeom>
              <a:solidFill>
                <a:schemeClr val="accent5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64" name="Freeform: Shape 27">
                <a:extLst>
                  <a:ext uri="{FF2B5EF4-FFF2-40B4-BE49-F238E27FC236}">
                    <a16:creationId xmlns:a16="http://schemas.microsoft.com/office/drawing/2014/main" id="{DCE49181-A192-4FDD-8E4A-6CE1DB81A373}"/>
                  </a:ext>
                </a:extLst>
              </p:cNvPr>
              <p:cNvSpPr/>
              <p:nvPr/>
            </p:nvSpPr>
            <p:spPr>
              <a:xfrm>
                <a:off x="6159871" y="2926127"/>
                <a:ext cx="37550" cy="2397464"/>
              </a:xfrm>
              <a:custGeom>
                <a:avLst/>
                <a:gdLst>
                  <a:gd name="connsiteX0" fmla="*/ 0 w 100173"/>
                  <a:gd name="connsiteY0" fmla="*/ 6395663 h 6395662"/>
                  <a:gd name="connsiteX1" fmla="*/ 0 w 100173"/>
                  <a:gd name="connsiteY1" fmla="*/ 0 h 6395662"/>
                  <a:gd name="connsiteX2" fmla="*/ 52398 w 100173"/>
                  <a:gd name="connsiteY2" fmla="*/ 0 h 6395662"/>
                  <a:gd name="connsiteX3" fmla="*/ 103255 w 100173"/>
                  <a:gd name="connsiteY3" fmla="*/ 0 h 6395662"/>
                  <a:gd name="connsiteX4" fmla="*/ 103255 w 100173"/>
                  <a:gd name="connsiteY4" fmla="*/ 6395663 h 63956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173" h="6395662">
                    <a:moveTo>
                      <a:pt x="0" y="6395663"/>
                    </a:moveTo>
                    <a:cubicBezTo>
                      <a:pt x="0" y="4265060"/>
                      <a:pt x="0" y="2135227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132915"/>
                      <a:pt x="103255" y="4261977"/>
                      <a:pt x="103255" y="6395663"/>
                    </a:cubicBezTo>
                  </a:path>
                </a:pathLst>
              </a:custGeom>
              <a:solidFill>
                <a:schemeClr val="accent5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65" name="Freeform: Shape 28">
                <a:extLst>
                  <a:ext uri="{FF2B5EF4-FFF2-40B4-BE49-F238E27FC236}">
                    <a16:creationId xmlns:a16="http://schemas.microsoft.com/office/drawing/2014/main" id="{08B99DFA-675D-47CD-AAA5-48F4B7263F7F}"/>
                  </a:ext>
                </a:extLst>
              </p:cNvPr>
              <p:cNvSpPr/>
              <p:nvPr/>
            </p:nvSpPr>
            <p:spPr>
              <a:xfrm>
                <a:off x="6231712" y="2926127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chemeClr val="accent5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66" name="Freeform: Shape 29">
                <a:extLst>
                  <a:ext uri="{FF2B5EF4-FFF2-40B4-BE49-F238E27FC236}">
                    <a16:creationId xmlns:a16="http://schemas.microsoft.com/office/drawing/2014/main" id="{A3A52561-2F81-45D4-BB63-98DD6D95E5E9}"/>
                  </a:ext>
                </a:extLst>
              </p:cNvPr>
              <p:cNvSpPr/>
              <p:nvPr/>
            </p:nvSpPr>
            <p:spPr>
              <a:xfrm>
                <a:off x="6598401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chemeClr val="accent4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67" name="Freeform: Shape 30">
                <a:extLst>
                  <a:ext uri="{FF2B5EF4-FFF2-40B4-BE49-F238E27FC236}">
                    <a16:creationId xmlns:a16="http://schemas.microsoft.com/office/drawing/2014/main" id="{53780AFD-C7BF-438C-8ACF-ADB70736488F}"/>
                  </a:ext>
                </a:extLst>
              </p:cNvPr>
              <p:cNvSpPr/>
              <p:nvPr/>
            </p:nvSpPr>
            <p:spPr>
              <a:xfrm>
                <a:off x="6680669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solidFill>
                <a:schemeClr val="accent4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68" name="Freeform: Shape 31">
                <a:extLst>
                  <a:ext uri="{FF2B5EF4-FFF2-40B4-BE49-F238E27FC236}">
                    <a16:creationId xmlns:a16="http://schemas.microsoft.com/office/drawing/2014/main" id="{D1DA5EF5-6153-4FA1-B3B6-C7EA4D7C45C7}"/>
                  </a:ext>
                </a:extLst>
              </p:cNvPr>
              <p:cNvSpPr/>
              <p:nvPr/>
            </p:nvSpPr>
            <p:spPr>
              <a:xfrm>
                <a:off x="651613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181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181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181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134" y="0"/>
                      <a:pt x="67039" y="0"/>
                      <a:pt x="103255" y="0"/>
                    </a:cubicBezTo>
                    <a:cubicBezTo>
                      <a:pt x="103255" y="2130603"/>
                      <a:pt x="103255" y="4260436"/>
                      <a:pt x="103255" y="6391811"/>
                    </a:cubicBezTo>
                  </a:path>
                </a:pathLst>
              </a:custGeom>
              <a:solidFill>
                <a:schemeClr val="accent4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69" name="Freeform: Shape 32">
                <a:extLst>
                  <a:ext uri="{FF2B5EF4-FFF2-40B4-BE49-F238E27FC236}">
                    <a16:creationId xmlns:a16="http://schemas.microsoft.com/office/drawing/2014/main" id="{F80C8E45-AA03-497B-9ABE-2E9B8BC26557}"/>
                  </a:ext>
                </a:extLst>
              </p:cNvPr>
              <p:cNvSpPr/>
              <p:nvPr/>
            </p:nvSpPr>
            <p:spPr>
              <a:xfrm>
                <a:off x="6399205" y="2927282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chemeClr val="accent4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70" name="Freeform: Shape 33">
                <a:extLst>
                  <a:ext uri="{FF2B5EF4-FFF2-40B4-BE49-F238E27FC236}">
                    <a16:creationId xmlns:a16="http://schemas.microsoft.com/office/drawing/2014/main" id="{B33154AB-DAF1-4E1D-AED0-2C8B79C6FE97}"/>
                  </a:ext>
                </a:extLst>
              </p:cNvPr>
              <p:cNvSpPr/>
              <p:nvPr/>
            </p:nvSpPr>
            <p:spPr>
              <a:xfrm>
                <a:off x="5237391" y="2926127"/>
                <a:ext cx="144425" cy="2394576"/>
              </a:xfrm>
              <a:custGeom>
                <a:avLst/>
                <a:gdLst>
                  <a:gd name="connsiteX0" fmla="*/ 0 w 385280"/>
                  <a:gd name="connsiteY0" fmla="*/ 6393351 h 6387957"/>
                  <a:gd name="connsiteX1" fmla="*/ 0 w 385280"/>
                  <a:gd name="connsiteY1" fmla="*/ 0 h 6387957"/>
                  <a:gd name="connsiteX2" fmla="*/ 387593 w 385280"/>
                  <a:gd name="connsiteY2" fmla="*/ 0 h 6387957"/>
                  <a:gd name="connsiteX3" fmla="*/ 387593 w 38528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5280" h="6387957">
                    <a:moveTo>
                      <a:pt x="0" y="639335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128684" y="0"/>
                      <a:pt x="256597" y="0"/>
                      <a:pt x="387593" y="0"/>
                    </a:cubicBezTo>
                    <a:cubicBezTo>
                      <a:pt x="387593" y="2130603"/>
                      <a:pt x="387593" y="4261207"/>
                      <a:pt x="387593" y="6393351"/>
                    </a:cubicBezTo>
                  </a:path>
                </a:pathLst>
              </a:custGeom>
              <a:solidFill>
                <a:schemeClr val="accent3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71" name="Freeform: Shape 34">
                <a:extLst>
                  <a:ext uri="{FF2B5EF4-FFF2-40B4-BE49-F238E27FC236}">
                    <a16:creationId xmlns:a16="http://schemas.microsoft.com/office/drawing/2014/main" id="{6E905E38-B653-4270-89DB-6739B8AED375}"/>
                  </a:ext>
                </a:extLst>
              </p:cNvPr>
              <p:cNvSpPr/>
              <p:nvPr/>
            </p:nvSpPr>
            <p:spPr>
              <a:xfrm>
                <a:off x="5123269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59666"/>
                      <a:pt x="198805" y="6392581"/>
                    </a:cubicBezTo>
                  </a:path>
                </a:pathLst>
              </a:custGeom>
              <a:solidFill>
                <a:schemeClr val="accent3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72" name="Freeform: Shape 35">
                <a:extLst>
                  <a:ext uri="{FF2B5EF4-FFF2-40B4-BE49-F238E27FC236}">
                    <a16:creationId xmlns:a16="http://schemas.microsoft.com/office/drawing/2014/main" id="{C46E5A34-F6FC-40B7-8BD9-CA4870D3EACB}"/>
                  </a:ext>
                </a:extLst>
              </p:cNvPr>
              <p:cNvSpPr/>
              <p:nvPr/>
            </p:nvSpPr>
            <p:spPr>
              <a:xfrm>
                <a:off x="5611343" y="2927282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chemeClr val="accent3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73" name="Freeform: Shape 36">
                <a:extLst>
                  <a:ext uri="{FF2B5EF4-FFF2-40B4-BE49-F238E27FC236}">
                    <a16:creationId xmlns:a16="http://schemas.microsoft.com/office/drawing/2014/main" id="{5FA3DBA7-F8ED-45A6-819E-A85FBC355BCB}"/>
                  </a:ext>
                </a:extLst>
              </p:cNvPr>
              <p:cNvSpPr/>
              <p:nvPr/>
            </p:nvSpPr>
            <p:spPr>
              <a:xfrm>
                <a:off x="5407259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10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chemeClr val="accent3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74" name="Freeform: Shape 37">
                <a:extLst>
                  <a:ext uri="{FF2B5EF4-FFF2-40B4-BE49-F238E27FC236}">
                    <a16:creationId xmlns:a16="http://schemas.microsoft.com/office/drawing/2014/main" id="{6D4897DB-997C-4440-9C15-09B6C34994D1}"/>
                  </a:ext>
                </a:extLst>
              </p:cNvPr>
              <p:cNvSpPr/>
              <p:nvPr/>
            </p:nvSpPr>
            <p:spPr>
              <a:xfrm>
                <a:off x="5470252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chemeClr val="accent3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75" name="Freeform: Shape 38">
                <a:extLst>
                  <a:ext uri="{FF2B5EF4-FFF2-40B4-BE49-F238E27FC236}">
                    <a16:creationId xmlns:a16="http://schemas.microsoft.com/office/drawing/2014/main" id="{60C5513F-881C-4B26-9ADB-6A46166CB483}"/>
                  </a:ext>
                </a:extLst>
              </p:cNvPr>
              <p:cNvSpPr/>
              <p:nvPr/>
            </p:nvSpPr>
            <p:spPr>
              <a:xfrm>
                <a:off x="5533244" y="2926127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chemeClr val="accent3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</p:grp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621D202A-5DDC-4586-837E-E89610285CC9}"/>
                </a:ext>
              </a:extLst>
            </p:cNvPr>
            <p:cNvSpPr/>
            <p:nvPr/>
          </p:nvSpPr>
          <p:spPr>
            <a:xfrm>
              <a:off x="0" y="-699"/>
              <a:ext cx="12191999" cy="646331"/>
            </a:xfrm>
            <a:prstGeom prst="rect">
              <a:avLst/>
            </a:prstGeom>
            <a:solidFill>
              <a:schemeClr val="bg1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algn="ctr"/>
              <a:endParaRPr lang="ko-KR" altLang="en-US" sz="3600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itchFamily="18" charset="0"/>
              </a:endParaRPr>
            </a:p>
          </p:txBody>
        </p:sp>
        <p:pic>
          <p:nvPicPr>
            <p:cNvPr id="77" name="Picture 76">
              <a:extLst>
                <a:ext uri="{FF2B5EF4-FFF2-40B4-BE49-F238E27FC236}">
                  <a16:creationId xmlns:a16="http://schemas.microsoft.com/office/drawing/2014/main" id="{C10207E4-A41E-4E56-9165-4F7135FB076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587" y="34941"/>
              <a:ext cx="1343005" cy="575049"/>
            </a:xfrm>
            <a:prstGeom prst="rect">
              <a:avLst/>
            </a:prstGeom>
          </p:spPr>
        </p:pic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8C098857-E541-4069-B9EA-AF75614C0ABE}"/>
                </a:ext>
              </a:extLst>
            </p:cNvPr>
            <p:cNvSpPr txBox="1"/>
            <p:nvPr/>
          </p:nvSpPr>
          <p:spPr>
            <a:xfrm>
              <a:off x="3258798" y="84039"/>
              <a:ext cx="5674404" cy="5480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15000"/>
                </a:lnSpc>
                <a:spcAft>
                  <a:spcPts val="800"/>
                </a:spcAft>
              </a:pPr>
              <a:endParaRPr lang="en-US" sz="2800" b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83" name="Rectangle 82">
            <a:extLst>
              <a:ext uri="{FF2B5EF4-FFF2-40B4-BE49-F238E27FC236}">
                <a16:creationId xmlns:a16="http://schemas.microsoft.com/office/drawing/2014/main" id="{66B05BB8-5FED-7EA6-1423-CEE267CE3F67}"/>
              </a:ext>
            </a:extLst>
          </p:cNvPr>
          <p:cNvSpPr/>
          <p:nvPr/>
        </p:nvSpPr>
        <p:spPr>
          <a:xfrm>
            <a:off x="3450146" y="2767280"/>
            <a:ext cx="5291706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80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8483341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</TotalTime>
  <Words>923</Words>
  <Application>Microsoft Office PowerPoint</Application>
  <PresentationFormat>Widescreen</PresentationFormat>
  <Paragraphs>78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Ameen Khan</dc:creator>
  <cp:lastModifiedBy>Ameen</cp:lastModifiedBy>
  <cp:revision>8</cp:revision>
  <dcterms:created xsi:type="dcterms:W3CDTF">2025-07-28T13:56:12Z</dcterms:created>
  <dcterms:modified xsi:type="dcterms:W3CDTF">2025-10-29T13:41:12Z</dcterms:modified>
</cp:coreProperties>
</file>